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1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4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5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136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4" autoAdjust="0"/>
    <p:restoredTop sz="87632" autoAdjust="0"/>
  </p:normalViewPr>
  <p:slideViewPr>
    <p:cSldViewPr snapToGrid="0">
      <p:cViewPr varScale="1">
        <p:scale>
          <a:sx n="62" d="100"/>
          <a:sy n="62" d="100"/>
        </p:scale>
        <p:origin x="57" y="3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D98D8-8AAF-4463-9F27-4268B03C87C3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E16DF-A849-4571-AD95-B70FE2C218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484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tags" Target="../tags/tag140.xml"/><Relationship Id="rId5" Type="http://schemas.openxmlformats.org/officeDocument/2006/relationships/tags" Target="../tags/tag134.xml"/><Relationship Id="rId10" Type="http://schemas.openxmlformats.org/officeDocument/2006/relationships/tags" Target="../tags/tag139.xml"/><Relationship Id="rId4" Type="http://schemas.openxmlformats.org/officeDocument/2006/relationships/tags" Target="../tags/tag133.xml"/><Relationship Id="rId9" Type="http://schemas.openxmlformats.org/officeDocument/2006/relationships/tags" Target="../tags/tag138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45.xml"/><Relationship Id="rId10" Type="http://schemas.openxmlformats.org/officeDocument/2006/relationships/tags" Target="../tags/tag150.xml"/><Relationship Id="rId4" Type="http://schemas.openxmlformats.org/officeDocument/2006/relationships/tags" Target="../tags/tag144.xml"/><Relationship Id="rId9" Type="http://schemas.openxmlformats.org/officeDocument/2006/relationships/tags" Target="../tags/tag149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54.xml"/><Relationship Id="rId9" Type="http://schemas.openxmlformats.org/officeDocument/2006/relationships/tags" Target="../tags/tag159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mage_placeholder">
            <a:extLst>
              <a:ext uri="{FF2B5EF4-FFF2-40B4-BE49-F238E27FC236}">
                <a16:creationId xmlns:a16="http://schemas.microsoft.com/office/drawing/2014/main" id="{4E5C870F-F8CA-9DAD-B0AD-92E538D1A4C2}"/>
              </a:ext>
            </a:extLst>
          </p:cNvPr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3912000" y="189000"/>
            <a:ext cx="8280000" cy="6480000"/>
          </a:xfrm>
          <a:prstGeom prst="rect">
            <a:avLst/>
          </a:prstGeom>
          <a:noFill/>
          <a:effectLst>
            <a:softEdge rad="635000"/>
          </a:effectLst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" name="title_placeholder">
            <a:extLst>
              <a:ext uri="{FF2B5EF4-FFF2-40B4-BE49-F238E27FC236}">
                <a16:creationId xmlns:a16="http://schemas.microsoft.com/office/drawing/2014/main" id="{80703BE3-A52C-3A5C-388D-6211E1EEEB8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60000" y="2520000"/>
            <a:ext cx="7467600" cy="604800"/>
          </a:xfrm>
          <a:prstGeom prst="rect">
            <a:avLst/>
          </a:prstGeom>
        </p:spPr>
        <p:txBody>
          <a:bodyPr/>
          <a:lstStyle>
            <a:lvl1pPr>
              <a:defRPr kumimoji="0" lang="de-DE" sz="40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Porsche Next TT" panose="020B0504020101010102" pitchFamily="34" charset="0"/>
                <a:ea typeface="+mn-ea"/>
                <a:cs typeface="Porsche Next TT" panose="020B0504020101010102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6" name="subheading_placeholder">
            <a:extLst>
              <a:ext uri="{FF2B5EF4-FFF2-40B4-BE49-F238E27FC236}">
                <a16:creationId xmlns:a16="http://schemas.microsoft.com/office/drawing/2014/main" id="{CEB88477-60F4-F79A-02D5-F7D7ABF612F2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3"/>
            </p:custDataLst>
          </p:nvPr>
        </p:nvSpPr>
        <p:spPr>
          <a:xfrm>
            <a:off x="360000" y="3130001"/>
            <a:ext cx="7467600" cy="603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1">
                <a:latin typeface="Porsche Next TT" panose="020B0504020101010102"/>
              </a:defRPr>
            </a:lvl1pPr>
            <a:lvl2pPr marL="457200" indent="0" algn="l">
              <a:buNone/>
              <a:defRPr sz="2000" i="1"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6745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1_placeholder">
            <a:extLst>
              <a:ext uri="{FF2B5EF4-FFF2-40B4-BE49-F238E27FC236}">
                <a16:creationId xmlns:a16="http://schemas.microsoft.com/office/drawing/2014/main" id="{BDAFDC3E-CFD9-9870-24A0-9B095F894332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1"/>
            </p:custDataLst>
          </p:nvPr>
        </p:nvSpPr>
        <p:spPr>
          <a:xfrm>
            <a:off x="0" y="0"/>
            <a:ext cx="12192000" cy="504031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Inhaltsplatzhalter 27">
            <a:extLst>
              <a:ext uri="{FF2B5EF4-FFF2-40B4-BE49-F238E27FC236}">
                <a16:creationId xmlns:a16="http://schemas.microsoft.com/office/drawing/2014/main" id="{20E7B4F5-FE69-7BAF-9F93-2AA5D445A105}"/>
              </a:ext>
            </a:extLst>
          </p:cNvPr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0" y="0"/>
            <a:ext cx="12192000" cy="5040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9000">
                <a:schemeClr val="bg1">
                  <a:alpha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person1_placeholder">
            <a:extLst>
              <a:ext uri="{FF2B5EF4-FFF2-40B4-BE49-F238E27FC236}">
                <a16:creationId xmlns:a16="http://schemas.microsoft.com/office/drawing/2014/main" id="{3F23E2F0-134F-9E96-29F4-F712779A672F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3"/>
            </p:custDataLst>
          </p:nvPr>
        </p:nvSpPr>
        <p:spPr>
          <a:xfrm>
            <a:off x="1952624" y="5090616"/>
            <a:ext cx="8280001" cy="3698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" name="quote1_placeholder">
            <a:extLst>
              <a:ext uri="{FF2B5EF4-FFF2-40B4-BE49-F238E27FC236}">
                <a16:creationId xmlns:a16="http://schemas.microsoft.com/office/drawing/2014/main" id="{29E00B8F-4F2D-6630-FD21-5C4CA825B0B5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>
          <a:xfrm>
            <a:off x="1073413" y="3600000"/>
            <a:ext cx="10038424" cy="144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18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folie L|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F8B773AA-CC88-4100-C3BF-2A98777B29FF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mageL1_placeholder">
            <a:extLst>
              <a:ext uri="{FF2B5EF4-FFF2-40B4-BE49-F238E27FC236}">
                <a16:creationId xmlns:a16="http://schemas.microsoft.com/office/drawing/2014/main" id="{B4A49426-F05A-23C5-6833-80163164D2C6}"/>
              </a:ext>
            </a:extLst>
          </p:cNvPr>
          <p:cNvSpPr>
            <a:spLocks noGrp="1" noChangeAspect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2152800" y="993600"/>
            <a:ext cx="1245600" cy="12456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0" name="subheadingL1_placeholder">
            <a:extLst>
              <a:ext uri="{FF2B5EF4-FFF2-40B4-BE49-F238E27FC236}">
                <a16:creationId xmlns:a16="http://schemas.microsoft.com/office/drawing/2014/main" id="{D74EF119-25E6-08F8-3560-A3B86AAD009B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2"/>
            </p:custDataLst>
          </p:nvPr>
        </p:nvSpPr>
        <p:spPr>
          <a:xfrm>
            <a:off x="1245599" y="2462958"/>
            <a:ext cx="306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B0B8331-D2D6-BEBB-81CE-47D0A96EBB07}"/>
              </a:ext>
            </a:extLst>
          </p:cNvPr>
          <p:cNvGrpSpPr/>
          <p:nvPr userDrawn="1"/>
        </p:nvGrpSpPr>
        <p:grpSpPr>
          <a:xfrm>
            <a:off x="1829301" y="3046716"/>
            <a:ext cx="1892595" cy="141768"/>
            <a:chOff x="1201684" y="3119670"/>
            <a:chExt cx="1892595" cy="141768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AB53BC18-071D-90B3-729E-A4F292EC3827}"/>
                </a:ext>
              </a:extLst>
            </p:cNvPr>
            <p:cNvCxnSpPr>
              <a:cxnSpLocks/>
            </p:cNvCxnSpPr>
            <p:nvPr/>
          </p:nvCxnSpPr>
          <p:spPr>
            <a:xfrm>
              <a:off x="1201684" y="3190554"/>
              <a:ext cx="189259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9A29164B-4BAC-9F0A-D253-B9F9B2771BEE}"/>
                </a:ext>
              </a:extLst>
            </p:cNvPr>
            <p:cNvSpPr/>
            <p:nvPr/>
          </p:nvSpPr>
          <p:spPr>
            <a:xfrm>
              <a:off x="2077097" y="3119670"/>
              <a:ext cx="141768" cy="14176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textL1_placeholder">
            <a:extLst>
              <a:ext uri="{FF2B5EF4-FFF2-40B4-BE49-F238E27FC236}">
                <a16:creationId xmlns:a16="http://schemas.microsoft.com/office/drawing/2014/main" id="{32C9411C-4FF5-E609-2DDF-80410A9D9AB5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3"/>
            </p:custDataLst>
          </p:nvPr>
        </p:nvSpPr>
        <p:spPr>
          <a:xfrm>
            <a:off x="1469085" y="3410953"/>
            <a:ext cx="2613025" cy="16430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9" name="imageR1_placeholder">
            <a:extLst>
              <a:ext uri="{FF2B5EF4-FFF2-40B4-BE49-F238E27FC236}">
                <a16:creationId xmlns:a16="http://schemas.microsoft.com/office/drawing/2014/main" id="{A48C77C4-7A02-B4DC-5999-22E2E7BB75E0}"/>
              </a:ext>
            </a:extLst>
          </p:cNvPr>
          <p:cNvSpPr>
            <a:spLocks noGrp="1" noChangeAspect="1"/>
          </p:cNvSpPr>
          <p:nvPr>
            <p:ph type="pic" sz="quarter" idx="13"/>
            <p:custDataLst>
              <p:tags r:id="rId4"/>
            </p:custDataLst>
          </p:nvPr>
        </p:nvSpPr>
        <p:spPr>
          <a:xfrm>
            <a:off x="8793600" y="993600"/>
            <a:ext cx="1245600" cy="12456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0" name="subheadingR1_placeholder">
            <a:extLst>
              <a:ext uri="{FF2B5EF4-FFF2-40B4-BE49-F238E27FC236}">
                <a16:creationId xmlns:a16="http://schemas.microsoft.com/office/drawing/2014/main" id="{60D37BD7-73E2-FB06-C8A3-A66594989CF7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5"/>
            </p:custDataLst>
          </p:nvPr>
        </p:nvSpPr>
        <p:spPr>
          <a:xfrm>
            <a:off x="7886401" y="2462958"/>
            <a:ext cx="306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80CDDAF0-103A-7B9F-2A80-B34B966F5048}"/>
              </a:ext>
            </a:extLst>
          </p:cNvPr>
          <p:cNvGrpSpPr/>
          <p:nvPr userDrawn="1"/>
        </p:nvGrpSpPr>
        <p:grpSpPr>
          <a:xfrm>
            <a:off x="8470102" y="3046716"/>
            <a:ext cx="1892595" cy="141768"/>
            <a:chOff x="1201684" y="3119670"/>
            <a:chExt cx="1892595" cy="141768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B8243F99-F338-8884-89F3-5B40A2078A82}"/>
                </a:ext>
              </a:extLst>
            </p:cNvPr>
            <p:cNvCxnSpPr>
              <a:cxnSpLocks/>
            </p:cNvCxnSpPr>
            <p:nvPr/>
          </p:nvCxnSpPr>
          <p:spPr>
            <a:xfrm>
              <a:off x="1201684" y="3190554"/>
              <a:ext cx="1892595" cy="0"/>
            </a:xfrm>
            <a:prstGeom prst="line">
              <a:avLst/>
            </a:prstGeom>
            <a:ln>
              <a:solidFill>
                <a:schemeClr val="tx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B66D3811-AA61-B794-6F28-1BD97314393A}"/>
                </a:ext>
              </a:extLst>
            </p:cNvPr>
            <p:cNvSpPr/>
            <p:nvPr/>
          </p:nvSpPr>
          <p:spPr>
            <a:xfrm>
              <a:off x="2077097" y="3119670"/>
              <a:ext cx="141768" cy="14176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>
                <a:lnSpc>
                  <a:spcPct val="110000"/>
                </a:lnSpc>
                <a:spcBef>
                  <a:spcPts val="600"/>
                </a:spcBef>
              </a:pPr>
              <a:endParaRPr lang="de-DE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textR1_placeholder">
            <a:extLst>
              <a:ext uri="{FF2B5EF4-FFF2-40B4-BE49-F238E27FC236}">
                <a16:creationId xmlns:a16="http://schemas.microsoft.com/office/drawing/2014/main" id="{6820C312-DA84-9D82-8232-43D5D79C5931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6"/>
            </p:custDataLst>
          </p:nvPr>
        </p:nvSpPr>
        <p:spPr>
          <a:xfrm>
            <a:off x="8109886" y="3410953"/>
            <a:ext cx="2613025" cy="16430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138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kla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7C74682-A0CC-B139-819F-CCAB439F24A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944314" y="3252517"/>
            <a:ext cx="6480000" cy="3240000"/>
          </a:xfrm>
          <a:prstGeom prst="round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" name="image1_placeholder">
            <a:extLst>
              <a:ext uri="{FF2B5EF4-FFF2-40B4-BE49-F238E27FC236}">
                <a16:creationId xmlns:a16="http://schemas.microsoft.com/office/drawing/2014/main" id="{090FB697-0265-8C39-64EB-4D991FA3D21B}"/>
              </a:ext>
            </a:extLst>
          </p:cNvPr>
          <p:cNvSpPr>
            <a:spLocks noGrp="1"/>
          </p:cNvSpPr>
          <p:nvPr>
            <p:ph type="pic" sz="quarter" idx="13"/>
            <p:custDataLst>
              <p:tags r:id="rId1"/>
            </p:custDataLst>
          </p:nvPr>
        </p:nvSpPr>
        <p:spPr>
          <a:xfrm>
            <a:off x="0" y="-1"/>
            <a:ext cx="12192000" cy="298466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0" name="Inhaltsplatzhalter 27">
            <a:extLst>
              <a:ext uri="{FF2B5EF4-FFF2-40B4-BE49-F238E27FC236}">
                <a16:creationId xmlns:a16="http://schemas.microsoft.com/office/drawing/2014/main" id="{9E2115C3-5ED9-F2C6-D050-01AA5A32AA3C}"/>
              </a:ext>
            </a:extLst>
          </p:cNvPr>
          <p:cNvSpPr>
            <a:spLocks noGrp="1"/>
          </p:cNvSpPr>
          <p:nvPr>
            <p:ph sz="quarter" idx="15"/>
            <p:custDataLst>
              <p:tags r:id="rId2"/>
            </p:custDataLst>
          </p:nvPr>
        </p:nvSpPr>
        <p:spPr>
          <a:xfrm>
            <a:off x="0" y="6025"/>
            <a:ext cx="12192000" cy="296423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9000">
                <a:schemeClr val="bg1">
                  <a:alpha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itle_placeholder">
            <a:extLst>
              <a:ext uri="{FF2B5EF4-FFF2-40B4-BE49-F238E27FC236}">
                <a16:creationId xmlns:a16="http://schemas.microsoft.com/office/drawing/2014/main" id="{26590B02-543B-7A00-CA27-A8E5B3C0CFE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60000" y="360000"/>
            <a:ext cx="7467600" cy="603200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9" name="bulletpoint1_placeholder">
            <a:extLst>
              <a:ext uri="{FF2B5EF4-FFF2-40B4-BE49-F238E27FC236}">
                <a16:creationId xmlns:a16="http://schemas.microsoft.com/office/drawing/2014/main" id="{9E1C5C58-8D64-674A-7ECC-5B29EA11C770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4"/>
            </p:custDataLst>
          </p:nvPr>
        </p:nvSpPr>
        <p:spPr>
          <a:xfrm>
            <a:off x="5763163" y="3491440"/>
            <a:ext cx="5316537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0" name="bulletpoint2_placeholder">
            <a:extLst>
              <a:ext uri="{FF2B5EF4-FFF2-40B4-BE49-F238E27FC236}">
                <a16:creationId xmlns:a16="http://schemas.microsoft.com/office/drawing/2014/main" id="{25D9E76A-62ED-6567-4970-917D26EB043C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>
          <a:xfrm>
            <a:off x="5763163" y="4559294"/>
            <a:ext cx="5316537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1" name="conclusion1_placeholder">
            <a:extLst>
              <a:ext uri="{FF2B5EF4-FFF2-40B4-BE49-F238E27FC236}">
                <a16:creationId xmlns:a16="http://schemas.microsoft.com/office/drawing/2014/main" id="{EA133797-4943-C584-17A8-6137DB8DCC94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6"/>
            </p:custDataLst>
          </p:nvPr>
        </p:nvSpPr>
        <p:spPr>
          <a:xfrm>
            <a:off x="5763163" y="5627148"/>
            <a:ext cx="5316537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Inhaltsplatzhalter 4">
            <a:extLst>
              <a:ext uri="{FF2B5EF4-FFF2-40B4-BE49-F238E27FC236}">
                <a16:creationId xmlns:a16="http://schemas.microsoft.com/office/drawing/2014/main" id="{B678C38B-35B2-747E-037D-04A251203C60}"/>
              </a:ext>
            </a:extLst>
          </p:cNvPr>
          <p:cNvSpPr>
            <a:spLocks noGrp="1"/>
          </p:cNvSpPr>
          <p:nvPr>
            <p:ph sz="quarter" idx="23"/>
            <p:custDataLst>
              <p:tags r:id="rId7"/>
            </p:custDataLst>
          </p:nvPr>
        </p:nvSpPr>
        <p:spPr>
          <a:xfrm rot="5400000">
            <a:off x="6094200" y="-3497136"/>
            <a:ext cx="3600" cy="129600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76200">
              <a:schemeClr val="tx1">
                <a:alpha val="40000"/>
              </a:schemeClr>
            </a:glow>
          </a:effectLst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3387876-7CC8-390F-6A61-F32ACE2357E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 rot="5400000">
            <a:off x="5267639" y="3569294"/>
            <a:ext cx="252000" cy="216000"/>
          </a:xfrm>
          <a:prstGeom prst="triangle">
            <a:avLst/>
          </a:prstGeom>
          <a:noFill/>
          <a:ln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>
              <a:defRPr lang="de-DE" sz="1800" dirty="0">
                <a:noFill/>
              </a:defRPr>
            </a:lvl1pPr>
          </a:lstStyle>
          <a:p>
            <a:pPr marL="0" lvl="0" algn="ctr"/>
            <a:endParaRPr lang="de-DE" dirty="0"/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1AB8315E-477F-91D8-69CF-80C94591299A}"/>
              </a:ext>
            </a:extLst>
          </p:cNvPr>
          <p:cNvSpPr>
            <a:spLocks noGrp="1"/>
          </p:cNvSpPr>
          <p:nvPr>
            <p:ph sz="quarter" idx="27"/>
            <p:custDataLst>
              <p:tags r:id="rId8"/>
            </p:custDataLst>
          </p:nvPr>
        </p:nvSpPr>
        <p:spPr>
          <a:xfrm rot="5400000">
            <a:off x="5267639" y="4631294"/>
            <a:ext cx="252000" cy="216000"/>
          </a:xfrm>
          <a:prstGeom prst="triangle">
            <a:avLst/>
          </a:prstGeom>
          <a:noFill/>
          <a:ln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>
              <a:defRPr lang="de-DE" sz="1800" dirty="0">
                <a:noFill/>
              </a:defRPr>
            </a:lvl1pPr>
          </a:lstStyle>
          <a:p>
            <a:pPr marL="0" lvl="0" algn="ctr"/>
            <a:endParaRPr lang="de-DE" dirty="0"/>
          </a:p>
        </p:txBody>
      </p:sp>
      <p:sp>
        <p:nvSpPr>
          <p:cNvPr id="9" name="Inhaltsplatzhalter 4">
            <a:extLst>
              <a:ext uri="{FF2B5EF4-FFF2-40B4-BE49-F238E27FC236}">
                <a16:creationId xmlns:a16="http://schemas.microsoft.com/office/drawing/2014/main" id="{0952BF74-5B5C-BB25-6FC0-ADF9B469CC73}"/>
              </a:ext>
            </a:extLst>
          </p:cNvPr>
          <p:cNvSpPr>
            <a:spLocks noGrp="1"/>
          </p:cNvSpPr>
          <p:nvPr>
            <p:ph sz="quarter" idx="28"/>
            <p:custDataLst>
              <p:tags r:id="rId9"/>
            </p:custDataLst>
          </p:nvPr>
        </p:nvSpPr>
        <p:spPr>
          <a:xfrm rot="5400000">
            <a:off x="5267639" y="5693294"/>
            <a:ext cx="252000" cy="216000"/>
          </a:xfrm>
          <a:prstGeom prst="triangle">
            <a:avLst/>
          </a:prstGeom>
          <a:noFill/>
          <a:ln>
            <a:solidFill>
              <a:srgbClr val="00FF99"/>
            </a:solidFill>
          </a:ln>
          <a:effectLst>
            <a:glow rad="76200">
              <a:srgbClr val="00FF99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>
              <a:defRPr lang="de-DE" sz="1800" dirty="0">
                <a:noFill/>
              </a:defRPr>
            </a:lvl1pPr>
          </a:lstStyle>
          <a:p>
            <a:pPr marL="0" lvl="0" algn="ctr"/>
            <a:endParaRPr lang="de-DE" dirty="0"/>
          </a:p>
        </p:txBody>
      </p:sp>
      <p:sp>
        <p:nvSpPr>
          <p:cNvPr id="11" name="text1_placeholder">
            <a:extLst>
              <a:ext uri="{FF2B5EF4-FFF2-40B4-BE49-F238E27FC236}">
                <a16:creationId xmlns:a16="http://schemas.microsoft.com/office/drawing/2014/main" id="{B201B886-2533-A2E6-6273-6CFC1D601767}"/>
              </a:ext>
            </a:extLst>
          </p:cNvPr>
          <p:cNvSpPr>
            <a:spLocks noGrp="1"/>
          </p:cNvSpPr>
          <p:nvPr>
            <p:ph type="body" sz="quarter" idx="29"/>
            <p:custDataLst>
              <p:tags r:id="rId10"/>
            </p:custDataLst>
          </p:nvPr>
        </p:nvSpPr>
        <p:spPr>
          <a:xfrm>
            <a:off x="360000" y="3252517"/>
            <a:ext cx="3559175" cy="3240087"/>
          </a:xfrm>
          <a:prstGeom prst="round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170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placeholder">
            <a:extLst>
              <a:ext uri="{FF2B5EF4-FFF2-40B4-BE49-F238E27FC236}">
                <a16:creationId xmlns:a16="http://schemas.microsoft.com/office/drawing/2014/main" id="{F8E82CA4-7D62-2D2E-3C45-794AA61B722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8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" name="image1_placeholder">
            <a:extLst>
              <a:ext uri="{FF2B5EF4-FFF2-40B4-BE49-F238E27FC236}">
                <a16:creationId xmlns:a16="http://schemas.microsoft.com/office/drawing/2014/main" id="{5A118774-B681-3F40-3D0A-340257BBA632}"/>
              </a:ext>
            </a:extLst>
          </p:cNvPr>
          <p:cNvSpPr>
            <a:spLocks noGrp="1"/>
          </p:cNvSpPr>
          <p:nvPr>
            <p:ph type="pic" sz="quarter" idx="10"/>
            <p:custDataLst>
              <p:tags r:id="rId2"/>
            </p:custDataLst>
          </p:nvPr>
        </p:nvSpPr>
        <p:spPr>
          <a:xfrm>
            <a:off x="618000" y="1980000"/>
            <a:ext cx="3240000" cy="378000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ubheading1_placeholder">
            <a:extLst>
              <a:ext uri="{FF2B5EF4-FFF2-40B4-BE49-F238E27FC236}">
                <a16:creationId xmlns:a16="http://schemas.microsoft.com/office/drawing/2014/main" id="{2120DF54-999E-A05C-6217-7D1844AF7FF2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3"/>
            </p:custDataLst>
          </p:nvPr>
        </p:nvSpPr>
        <p:spPr>
          <a:xfrm>
            <a:off x="978318" y="2340000"/>
            <a:ext cx="2519363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8" name="text1_placeholder">
            <a:extLst>
              <a:ext uri="{FF2B5EF4-FFF2-40B4-BE49-F238E27FC236}">
                <a16:creationId xmlns:a16="http://schemas.microsoft.com/office/drawing/2014/main" id="{F2D23B38-A868-857A-84D8-571B1A807443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4"/>
            </p:custDataLst>
          </p:nvPr>
        </p:nvSpPr>
        <p:spPr>
          <a:xfrm>
            <a:off x="887999" y="3060000"/>
            <a:ext cx="2700000" cy="18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9" name="image3_placeholder">
            <a:extLst>
              <a:ext uri="{FF2B5EF4-FFF2-40B4-BE49-F238E27FC236}">
                <a16:creationId xmlns:a16="http://schemas.microsoft.com/office/drawing/2014/main" id="{D9D5AC71-18A1-CEA4-A1BE-1B198DE25D6E}"/>
              </a:ext>
            </a:extLst>
          </p:cNvPr>
          <p:cNvSpPr>
            <a:spLocks noGrp="1"/>
          </p:cNvSpPr>
          <p:nvPr>
            <p:ph type="pic" sz="quarter" idx="13"/>
            <p:custDataLst>
              <p:tags r:id="rId5"/>
            </p:custDataLst>
          </p:nvPr>
        </p:nvSpPr>
        <p:spPr>
          <a:xfrm>
            <a:off x="8334000" y="1980000"/>
            <a:ext cx="3240000" cy="378000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>
            <a:lvl1pPr>
              <a:defRPr lang="de-DE"/>
            </a:lvl1pPr>
          </a:lstStyle>
          <a:p>
            <a:pPr lvl="0"/>
            <a:endParaRPr lang="de-DE"/>
          </a:p>
        </p:txBody>
      </p:sp>
      <p:sp>
        <p:nvSpPr>
          <p:cNvPr id="13" name="subheading3_placeholder">
            <a:extLst>
              <a:ext uri="{FF2B5EF4-FFF2-40B4-BE49-F238E27FC236}">
                <a16:creationId xmlns:a16="http://schemas.microsoft.com/office/drawing/2014/main" id="{B1769D94-948A-3206-1068-D82BAEEF8DF9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6"/>
            </p:custDataLst>
          </p:nvPr>
        </p:nvSpPr>
        <p:spPr>
          <a:xfrm>
            <a:off x="8694318" y="2340000"/>
            <a:ext cx="2519363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4" name="text3_placeholder">
            <a:extLst>
              <a:ext uri="{FF2B5EF4-FFF2-40B4-BE49-F238E27FC236}">
                <a16:creationId xmlns:a16="http://schemas.microsoft.com/office/drawing/2014/main" id="{22FB42B6-3D83-D8AC-26E7-309721AFA1A6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7"/>
            </p:custDataLst>
          </p:nvPr>
        </p:nvSpPr>
        <p:spPr>
          <a:xfrm>
            <a:off x="8603999" y="3060000"/>
            <a:ext cx="2700000" cy="18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image2_placeholder">
            <a:extLst>
              <a:ext uri="{FF2B5EF4-FFF2-40B4-BE49-F238E27FC236}">
                <a16:creationId xmlns:a16="http://schemas.microsoft.com/office/drawing/2014/main" id="{1A05FF7D-13E6-B5F8-CA1B-3BD78147F106}"/>
              </a:ext>
            </a:extLst>
          </p:cNvPr>
          <p:cNvSpPr>
            <a:spLocks noGrp="1"/>
          </p:cNvSpPr>
          <p:nvPr>
            <p:ph type="pic" sz="quarter" idx="16"/>
            <p:custDataLst>
              <p:tags r:id="rId8"/>
            </p:custDataLst>
          </p:nvPr>
        </p:nvSpPr>
        <p:spPr>
          <a:xfrm>
            <a:off x="4476000" y="1980000"/>
            <a:ext cx="3240000" cy="378000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>
            <a:lvl1pPr>
              <a:defRPr lang="de-DE"/>
            </a:lvl1pPr>
          </a:lstStyle>
          <a:p>
            <a:pPr lvl="0"/>
            <a:endParaRPr lang="de-DE"/>
          </a:p>
        </p:txBody>
      </p:sp>
      <p:sp>
        <p:nvSpPr>
          <p:cNvPr id="16" name="subheading2_placeholder">
            <a:extLst>
              <a:ext uri="{FF2B5EF4-FFF2-40B4-BE49-F238E27FC236}">
                <a16:creationId xmlns:a16="http://schemas.microsoft.com/office/drawing/2014/main" id="{C90B4D0E-C573-336B-6415-D4CA657D3481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9"/>
            </p:custDataLst>
          </p:nvPr>
        </p:nvSpPr>
        <p:spPr>
          <a:xfrm>
            <a:off x="4836318" y="2340000"/>
            <a:ext cx="2519363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7" name="text2_placeholder">
            <a:extLst>
              <a:ext uri="{FF2B5EF4-FFF2-40B4-BE49-F238E27FC236}">
                <a16:creationId xmlns:a16="http://schemas.microsoft.com/office/drawing/2014/main" id="{4A6905E7-9A12-350D-CCAE-645CBE7AC41D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10"/>
            </p:custDataLst>
          </p:nvPr>
        </p:nvSpPr>
        <p:spPr>
          <a:xfrm>
            <a:off x="4745999" y="3060000"/>
            <a:ext cx="2700000" cy="180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537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 Horizontal clas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placeholder">
            <a:extLst>
              <a:ext uri="{FF2B5EF4-FFF2-40B4-BE49-F238E27FC236}">
                <a16:creationId xmlns:a16="http://schemas.microsoft.com/office/drawing/2014/main" id="{F8E82CA4-7D62-2D2E-3C45-794AA61B722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8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" name="image1_placeholder">
            <a:extLst>
              <a:ext uri="{FF2B5EF4-FFF2-40B4-BE49-F238E27FC236}">
                <a16:creationId xmlns:a16="http://schemas.microsoft.com/office/drawing/2014/main" id="{5A118774-B681-3F40-3D0A-340257BBA632}"/>
              </a:ext>
            </a:extLst>
          </p:cNvPr>
          <p:cNvSpPr>
            <a:spLocks noGrp="1" noChangeAspect="1"/>
          </p:cNvSpPr>
          <p:nvPr>
            <p:ph type="pic" sz="quarter" idx="10"/>
            <p:custDataLst>
              <p:tags r:id="rId2"/>
            </p:custDataLst>
          </p:nvPr>
        </p:nvSpPr>
        <p:spPr>
          <a:xfrm>
            <a:off x="1158000" y="1512205"/>
            <a:ext cx="2520000" cy="252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ubheading1_placeholder">
            <a:extLst>
              <a:ext uri="{FF2B5EF4-FFF2-40B4-BE49-F238E27FC236}">
                <a16:creationId xmlns:a16="http://schemas.microsoft.com/office/drawing/2014/main" id="{2120DF54-999E-A05C-6217-7D1844AF7FF2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3"/>
            </p:custDataLst>
          </p:nvPr>
        </p:nvSpPr>
        <p:spPr>
          <a:xfrm>
            <a:off x="1158637" y="4302205"/>
            <a:ext cx="2519363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8" name="text1_placeholder">
            <a:extLst>
              <a:ext uri="{FF2B5EF4-FFF2-40B4-BE49-F238E27FC236}">
                <a16:creationId xmlns:a16="http://schemas.microsoft.com/office/drawing/2014/main" id="{F2D23B38-A868-857A-84D8-571B1A807443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4"/>
            </p:custDataLst>
          </p:nvPr>
        </p:nvSpPr>
        <p:spPr>
          <a:xfrm>
            <a:off x="1158637" y="4932205"/>
            <a:ext cx="2519363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9" name="image3_placeholder">
            <a:extLst>
              <a:ext uri="{FF2B5EF4-FFF2-40B4-BE49-F238E27FC236}">
                <a16:creationId xmlns:a16="http://schemas.microsoft.com/office/drawing/2014/main" id="{D9D5AC71-18A1-CEA4-A1BE-1B198DE25D6E}"/>
              </a:ext>
            </a:extLst>
          </p:cNvPr>
          <p:cNvSpPr>
            <a:spLocks noGrp="1" noChangeAspect="1"/>
          </p:cNvSpPr>
          <p:nvPr>
            <p:ph type="pic" sz="quarter" idx="13"/>
            <p:custDataLst>
              <p:tags r:id="rId5"/>
            </p:custDataLst>
          </p:nvPr>
        </p:nvSpPr>
        <p:spPr>
          <a:xfrm>
            <a:off x="8514000" y="1512205"/>
            <a:ext cx="2520000" cy="252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>
            <a:lvl1pPr>
              <a:defRPr lang="de-DE"/>
            </a:lvl1pPr>
          </a:lstStyle>
          <a:p>
            <a:pPr lvl="0"/>
            <a:endParaRPr lang="de-DE"/>
          </a:p>
        </p:txBody>
      </p:sp>
      <p:sp>
        <p:nvSpPr>
          <p:cNvPr id="13" name="subheading3_placeholder">
            <a:extLst>
              <a:ext uri="{FF2B5EF4-FFF2-40B4-BE49-F238E27FC236}">
                <a16:creationId xmlns:a16="http://schemas.microsoft.com/office/drawing/2014/main" id="{B1769D94-948A-3206-1068-D82BAEEF8DF9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6"/>
            </p:custDataLst>
          </p:nvPr>
        </p:nvSpPr>
        <p:spPr>
          <a:xfrm>
            <a:off x="8514000" y="4302205"/>
            <a:ext cx="2519363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4" name="text3_placeholder">
            <a:extLst>
              <a:ext uri="{FF2B5EF4-FFF2-40B4-BE49-F238E27FC236}">
                <a16:creationId xmlns:a16="http://schemas.microsoft.com/office/drawing/2014/main" id="{22FB42B6-3D83-D8AC-26E7-309721AFA1A6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7"/>
            </p:custDataLst>
          </p:nvPr>
        </p:nvSpPr>
        <p:spPr>
          <a:xfrm>
            <a:off x="8514000" y="4932205"/>
            <a:ext cx="2519363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image2_placeholder">
            <a:extLst>
              <a:ext uri="{FF2B5EF4-FFF2-40B4-BE49-F238E27FC236}">
                <a16:creationId xmlns:a16="http://schemas.microsoft.com/office/drawing/2014/main" id="{1A05FF7D-13E6-B5F8-CA1B-3BD78147F106}"/>
              </a:ext>
            </a:extLst>
          </p:cNvPr>
          <p:cNvSpPr>
            <a:spLocks noGrp="1" noChangeAspect="1"/>
          </p:cNvSpPr>
          <p:nvPr>
            <p:ph type="pic" sz="quarter" idx="16"/>
            <p:custDataLst>
              <p:tags r:id="rId8"/>
            </p:custDataLst>
          </p:nvPr>
        </p:nvSpPr>
        <p:spPr>
          <a:xfrm>
            <a:off x="4836000" y="1512205"/>
            <a:ext cx="2520000" cy="252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>
            <a:lvl1pPr>
              <a:defRPr lang="de-DE"/>
            </a:lvl1pPr>
          </a:lstStyle>
          <a:p>
            <a:pPr lvl="0"/>
            <a:endParaRPr lang="de-DE"/>
          </a:p>
        </p:txBody>
      </p:sp>
      <p:sp>
        <p:nvSpPr>
          <p:cNvPr id="16" name="subheading2_placeholder">
            <a:extLst>
              <a:ext uri="{FF2B5EF4-FFF2-40B4-BE49-F238E27FC236}">
                <a16:creationId xmlns:a16="http://schemas.microsoft.com/office/drawing/2014/main" id="{C90B4D0E-C573-336B-6415-D4CA657D3481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9"/>
            </p:custDataLst>
          </p:nvPr>
        </p:nvSpPr>
        <p:spPr>
          <a:xfrm>
            <a:off x="4836001" y="4302205"/>
            <a:ext cx="2519363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7" name="text2_placeholder">
            <a:extLst>
              <a:ext uri="{FF2B5EF4-FFF2-40B4-BE49-F238E27FC236}">
                <a16:creationId xmlns:a16="http://schemas.microsoft.com/office/drawing/2014/main" id="{4A6905E7-9A12-350D-CCAE-645CBE7AC41D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10"/>
            </p:custDataLst>
          </p:nvPr>
        </p:nvSpPr>
        <p:spPr>
          <a:xfrm>
            <a:off x="4836001" y="4932205"/>
            <a:ext cx="2519363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281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2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placeholder">
            <a:extLst>
              <a:ext uri="{FF2B5EF4-FFF2-40B4-BE49-F238E27FC236}">
                <a16:creationId xmlns:a16="http://schemas.microsoft.com/office/drawing/2014/main" id="{F8E82CA4-7D62-2D2E-3C45-794AA61B722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8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" name="image1_placeholder">
            <a:extLst>
              <a:ext uri="{FF2B5EF4-FFF2-40B4-BE49-F238E27FC236}">
                <a16:creationId xmlns:a16="http://schemas.microsoft.com/office/drawing/2014/main" id="{5A118774-B681-3F40-3D0A-340257BBA632}"/>
              </a:ext>
            </a:extLst>
          </p:cNvPr>
          <p:cNvSpPr>
            <a:spLocks noGrp="1" noChangeAspect="1"/>
          </p:cNvSpPr>
          <p:nvPr>
            <p:ph type="pic" sz="quarter" idx="10"/>
            <p:custDataLst>
              <p:tags r:id="rId2"/>
            </p:custDataLst>
          </p:nvPr>
        </p:nvSpPr>
        <p:spPr>
          <a:xfrm>
            <a:off x="1664000" y="1629000"/>
            <a:ext cx="3600000" cy="360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1_placeholder">
            <a:extLst>
              <a:ext uri="{FF2B5EF4-FFF2-40B4-BE49-F238E27FC236}">
                <a16:creationId xmlns:a16="http://schemas.microsoft.com/office/drawing/2014/main" id="{F2D23B38-A868-857A-84D8-571B1A807443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3"/>
            </p:custDataLst>
          </p:nvPr>
        </p:nvSpPr>
        <p:spPr>
          <a:xfrm>
            <a:off x="2024000" y="1989000"/>
            <a:ext cx="2880000" cy="28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4" name="conclusion_placeholder">
            <a:extLst>
              <a:ext uri="{FF2B5EF4-FFF2-40B4-BE49-F238E27FC236}">
                <a16:creationId xmlns:a16="http://schemas.microsoft.com/office/drawing/2014/main" id="{22FB42B6-3D83-D8AC-26E7-309721AFA1A6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>
          <a:xfrm>
            <a:off x="1664000" y="5778000"/>
            <a:ext cx="8864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image2_placeholder">
            <a:extLst>
              <a:ext uri="{FF2B5EF4-FFF2-40B4-BE49-F238E27FC236}">
                <a16:creationId xmlns:a16="http://schemas.microsoft.com/office/drawing/2014/main" id="{1A05FF7D-13E6-B5F8-CA1B-3BD78147F106}"/>
              </a:ext>
            </a:extLst>
          </p:cNvPr>
          <p:cNvSpPr>
            <a:spLocks noGrp="1" noChangeAspect="1"/>
          </p:cNvSpPr>
          <p:nvPr>
            <p:ph type="pic" sz="quarter" idx="16"/>
            <p:custDataLst>
              <p:tags r:id="rId5"/>
            </p:custDataLst>
          </p:nvPr>
        </p:nvSpPr>
        <p:spPr>
          <a:xfrm>
            <a:off x="6928000" y="1629000"/>
            <a:ext cx="3600000" cy="360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>
            <a:lvl1pPr>
              <a:defRPr lang="de-DE"/>
            </a:lvl1pPr>
          </a:lstStyle>
          <a:p>
            <a:pPr lvl="0"/>
            <a:endParaRPr lang="de-DE"/>
          </a:p>
        </p:txBody>
      </p:sp>
      <p:sp>
        <p:nvSpPr>
          <p:cNvPr id="17" name="text2_placeholder">
            <a:extLst>
              <a:ext uri="{FF2B5EF4-FFF2-40B4-BE49-F238E27FC236}">
                <a16:creationId xmlns:a16="http://schemas.microsoft.com/office/drawing/2014/main" id="{4A6905E7-9A12-350D-CCAE-645CBE7AC41D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6"/>
            </p:custDataLst>
          </p:nvPr>
        </p:nvSpPr>
        <p:spPr>
          <a:xfrm>
            <a:off x="7288000" y="1989000"/>
            <a:ext cx="2880000" cy="28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pic>
        <p:nvPicPr>
          <p:cNvPr id="10" name="Grafik 9" descr="Ausrufezeichen mit einfarbiger Füllung">
            <a:extLst>
              <a:ext uri="{FF2B5EF4-FFF2-40B4-BE49-F238E27FC236}">
                <a16:creationId xmlns:a16="http://schemas.microsoft.com/office/drawing/2014/main" id="{632AC883-A7DE-EF0E-F72F-8E8457B37AA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003" y="5632501"/>
            <a:ext cx="830997" cy="830997"/>
          </a:xfrm>
          <a:prstGeom prst="rect">
            <a:avLst/>
          </a:prstGeom>
          <a:effectLst>
            <a:glow rad="76200">
              <a:srgbClr val="00FF99">
                <a:alpha val="2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19634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stellu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placeholder">
            <a:extLst>
              <a:ext uri="{FF2B5EF4-FFF2-40B4-BE49-F238E27FC236}">
                <a16:creationId xmlns:a16="http://schemas.microsoft.com/office/drawing/2014/main" id="{F8E82CA4-7D62-2D2E-3C45-794AA61B722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8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1_placeholder">
            <a:extLst>
              <a:ext uri="{FF2B5EF4-FFF2-40B4-BE49-F238E27FC236}">
                <a16:creationId xmlns:a16="http://schemas.microsoft.com/office/drawing/2014/main" id="{F2D23B38-A868-857A-84D8-571B1A807443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2"/>
            </p:custDataLst>
          </p:nvPr>
        </p:nvSpPr>
        <p:spPr>
          <a:xfrm>
            <a:off x="1079999" y="1112545"/>
            <a:ext cx="720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7" name="text2_placeholder">
            <a:extLst>
              <a:ext uri="{FF2B5EF4-FFF2-40B4-BE49-F238E27FC236}">
                <a16:creationId xmlns:a16="http://schemas.microsoft.com/office/drawing/2014/main" id="{4A6905E7-9A12-350D-CCAE-645CBE7AC41D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3"/>
            </p:custDataLst>
          </p:nvPr>
        </p:nvSpPr>
        <p:spPr>
          <a:xfrm>
            <a:off x="7200000" y="4860000"/>
            <a:ext cx="360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DBFBB7-7260-C29F-C32E-7F721F0D337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00000" y="2160000"/>
            <a:ext cx="3600000" cy="252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Porsche Next TT" panose="020B0504020101010102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895BFE7-80F7-97D2-32EE-DB1863200EF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079999" y="2160000"/>
            <a:ext cx="5400000" cy="324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latin typeface="Porsche Next TT" panose="020B0504020101010102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60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1_placeholder">
            <a:extLst>
              <a:ext uri="{FF2B5EF4-FFF2-40B4-BE49-F238E27FC236}">
                <a16:creationId xmlns:a16="http://schemas.microsoft.com/office/drawing/2014/main" id="{52482FB0-D9C8-345E-D182-9DDA7830D1B5}"/>
              </a:ext>
            </a:extLst>
          </p:cNvPr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-2" y="0"/>
            <a:ext cx="5760000" cy="6858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6" name="Inhaltsplatzhalter 27">
            <a:extLst>
              <a:ext uri="{FF2B5EF4-FFF2-40B4-BE49-F238E27FC236}">
                <a16:creationId xmlns:a16="http://schemas.microsoft.com/office/drawing/2014/main" id="{6D4B3CF7-7855-EA80-C621-3196260598A4}"/>
              </a:ext>
            </a:extLst>
          </p:cNvPr>
          <p:cNvSpPr>
            <a:spLocks noGrp="1"/>
          </p:cNvSpPr>
          <p:nvPr>
            <p:ph sz="quarter" idx="17"/>
            <p:custDataLst>
              <p:tags r:id="rId2"/>
            </p:custDataLst>
          </p:nvPr>
        </p:nvSpPr>
        <p:spPr>
          <a:xfrm flipH="1">
            <a:off x="0" y="0"/>
            <a:ext cx="575999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9000">
                <a:schemeClr val="bg1">
                  <a:alpha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title_placeholder">
            <a:extLst>
              <a:ext uri="{FF2B5EF4-FFF2-40B4-BE49-F238E27FC236}">
                <a16:creationId xmlns:a16="http://schemas.microsoft.com/office/drawing/2014/main" id="{04B89BB6-AC7B-2A44-AFCA-7CB2B8D71E2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86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5" name="text3_placeholder">
            <a:extLst>
              <a:ext uri="{FF2B5EF4-FFF2-40B4-BE49-F238E27FC236}">
                <a16:creationId xmlns:a16="http://schemas.microsoft.com/office/drawing/2014/main" id="{6C873AE8-C272-817F-C6FA-7DEC7BAB1F3B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4"/>
            </p:custDataLst>
          </p:nvPr>
        </p:nvSpPr>
        <p:spPr>
          <a:xfrm>
            <a:off x="4860000" y="5608981"/>
            <a:ext cx="6120000" cy="9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0" name="subheading1_placeholder">
            <a:extLst>
              <a:ext uri="{FF2B5EF4-FFF2-40B4-BE49-F238E27FC236}">
                <a16:creationId xmlns:a16="http://schemas.microsoft.com/office/drawing/2014/main" id="{BCA92CE4-16ED-E4F2-574F-0D605C2DBB76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5"/>
            </p:custDataLst>
          </p:nvPr>
        </p:nvSpPr>
        <p:spPr>
          <a:xfrm>
            <a:off x="4860000" y="1617691"/>
            <a:ext cx="360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1" name="text1_placeholder">
            <a:extLst>
              <a:ext uri="{FF2B5EF4-FFF2-40B4-BE49-F238E27FC236}">
                <a16:creationId xmlns:a16="http://schemas.microsoft.com/office/drawing/2014/main" id="{8F76338B-D3BA-806D-0799-6F7E6FED80BA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6"/>
            </p:custDataLst>
          </p:nvPr>
        </p:nvSpPr>
        <p:spPr>
          <a:xfrm>
            <a:off x="4860000" y="2004427"/>
            <a:ext cx="6120000" cy="9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2" name="subheading2_placeholder">
            <a:extLst>
              <a:ext uri="{FF2B5EF4-FFF2-40B4-BE49-F238E27FC236}">
                <a16:creationId xmlns:a16="http://schemas.microsoft.com/office/drawing/2014/main" id="{750C2604-7672-7800-AE3B-D575482F56F3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860000" y="3417745"/>
            <a:ext cx="360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3" name="text2_placeholder">
            <a:extLst>
              <a:ext uri="{FF2B5EF4-FFF2-40B4-BE49-F238E27FC236}">
                <a16:creationId xmlns:a16="http://schemas.microsoft.com/office/drawing/2014/main" id="{9C8EF215-1BEC-7909-A5EB-048D4D1515F9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860000" y="3804481"/>
            <a:ext cx="6120000" cy="9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4" name="subheading3_placeholder">
            <a:extLst>
              <a:ext uri="{FF2B5EF4-FFF2-40B4-BE49-F238E27FC236}">
                <a16:creationId xmlns:a16="http://schemas.microsoft.com/office/drawing/2014/main" id="{4AE40B01-2F61-A6B4-71BC-701EF3EA4AA6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860000" y="5222245"/>
            <a:ext cx="360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8" name="count3_placeholder">
            <a:extLst>
              <a:ext uri="{FF2B5EF4-FFF2-40B4-BE49-F238E27FC236}">
                <a16:creationId xmlns:a16="http://schemas.microsoft.com/office/drawing/2014/main" id="{CC2F6549-0EEA-207A-9627-6B32BE5FBF0A}"/>
              </a:ext>
            </a:extLst>
          </p:cNvPr>
          <p:cNvSpPr>
            <a:spLocks noGrp="1" noChangeAspect="1"/>
          </p:cNvSpPr>
          <p:nvPr>
            <p:ph sz="quarter" idx="20" hasCustomPrompt="1"/>
            <p:custDataLst>
              <p:tags r:id="rId10"/>
            </p:custDataLst>
          </p:nvPr>
        </p:nvSpPr>
        <p:spPr>
          <a:xfrm>
            <a:off x="4140000" y="522000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-</a:t>
            </a:r>
          </a:p>
        </p:txBody>
      </p:sp>
      <p:sp>
        <p:nvSpPr>
          <p:cNvPr id="17" name="count2_placeholder">
            <a:extLst>
              <a:ext uri="{FF2B5EF4-FFF2-40B4-BE49-F238E27FC236}">
                <a16:creationId xmlns:a16="http://schemas.microsoft.com/office/drawing/2014/main" id="{52636C17-774C-A1E8-B47B-D1292E2AD6DC}"/>
              </a:ext>
            </a:extLst>
          </p:cNvPr>
          <p:cNvSpPr>
            <a:spLocks noGrp="1" noChangeAspect="1"/>
          </p:cNvSpPr>
          <p:nvPr>
            <p:ph sz="quarter" idx="19" hasCustomPrompt="1"/>
            <p:custDataLst>
              <p:tags r:id="rId11"/>
            </p:custDataLst>
          </p:nvPr>
        </p:nvSpPr>
        <p:spPr>
          <a:xfrm>
            <a:off x="4140000" y="342000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de-DE" dirty="0"/>
              <a:t>-</a:t>
            </a:r>
          </a:p>
        </p:txBody>
      </p:sp>
      <p:sp>
        <p:nvSpPr>
          <p:cNvPr id="9" name="count1_placeholder">
            <a:extLst>
              <a:ext uri="{FF2B5EF4-FFF2-40B4-BE49-F238E27FC236}">
                <a16:creationId xmlns:a16="http://schemas.microsoft.com/office/drawing/2014/main" id="{522CB22C-A0D8-DCF7-8BCA-12F3EC637360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4140000" y="162000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/>
            </a:lvl1pPr>
          </a:lstStyle>
          <a:p>
            <a:pPr marL="0" lvl="0" indent="0" algn="ctr">
              <a:buNone/>
            </a:pPr>
            <a:r>
              <a:rPr lang="de-DE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99612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2 Vertik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1_placeholder">
            <a:extLst>
              <a:ext uri="{FF2B5EF4-FFF2-40B4-BE49-F238E27FC236}">
                <a16:creationId xmlns:a16="http://schemas.microsoft.com/office/drawing/2014/main" id="{52482FB0-D9C8-345E-D182-9DDA7830D1B5}"/>
              </a:ext>
            </a:extLst>
          </p:cNvPr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-2" y="0"/>
            <a:ext cx="5760000" cy="6858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6" name="Inhaltsplatzhalter 27">
            <a:extLst>
              <a:ext uri="{FF2B5EF4-FFF2-40B4-BE49-F238E27FC236}">
                <a16:creationId xmlns:a16="http://schemas.microsoft.com/office/drawing/2014/main" id="{6D4B3CF7-7855-EA80-C621-3196260598A4}"/>
              </a:ext>
            </a:extLst>
          </p:cNvPr>
          <p:cNvSpPr>
            <a:spLocks noGrp="1"/>
          </p:cNvSpPr>
          <p:nvPr>
            <p:ph sz="quarter" idx="17"/>
            <p:custDataLst>
              <p:tags r:id="rId2"/>
            </p:custDataLst>
          </p:nvPr>
        </p:nvSpPr>
        <p:spPr>
          <a:xfrm flipH="1">
            <a:off x="0" y="0"/>
            <a:ext cx="575999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9000">
                <a:schemeClr val="bg1">
                  <a:alpha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title_placeholder">
            <a:extLst>
              <a:ext uri="{FF2B5EF4-FFF2-40B4-BE49-F238E27FC236}">
                <a16:creationId xmlns:a16="http://schemas.microsoft.com/office/drawing/2014/main" id="{04B89BB6-AC7B-2A44-AFCA-7CB2B8D71E2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86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subheading1_placeholder">
            <a:extLst>
              <a:ext uri="{FF2B5EF4-FFF2-40B4-BE49-F238E27FC236}">
                <a16:creationId xmlns:a16="http://schemas.microsoft.com/office/drawing/2014/main" id="{BCA92CE4-16ED-E4F2-574F-0D605C2DBB76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4"/>
            </p:custDataLst>
          </p:nvPr>
        </p:nvSpPr>
        <p:spPr>
          <a:xfrm>
            <a:off x="4860000" y="1617691"/>
            <a:ext cx="360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1" name="text1_placeholder">
            <a:extLst>
              <a:ext uri="{FF2B5EF4-FFF2-40B4-BE49-F238E27FC236}">
                <a16:creationId xmlns:a16="http://schemas.microsoft.com/office/drawing/2014/main" id="{8F76338B-D3BA-806D-0799-6F7E6FED80BA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5"/>
            </p:custDataLst>
          </p:nvPr>
        </p:nvSpPr>
        <p:spPr>
          <a:xfrm>
            <a:off x="4860000" y="2004427"/>
            <a:ext cx="61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2" name="subheading2_placeholder">
            <a:extLst>
              <a:ext uri="{FF2B5EF4-FFF2-40B4-BE49-F238E27FC236}">
                <a16:creationId xmlns:a16="http://schemas.microsoft.com/office/drawing/2014/main" id="{750C2604-7672-7800-AE3B-D575482F56F3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860000" y="4320000"/>
            <a:ext cx="360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3" name="text2_placeholder">
            <a:extLst>
              <a:ext uri="{FF2B5EF4-FFF2-40B4-BE49-F238E27FC236}">
                <a16:creationId xmlns:a16="http://schemas.microsoft.com/office/drawing/2014/main" id="{9C8EF215-1BEC-7909-A5EB-048D4D1515F9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4860000" y="4699694"/>
            <a:ext cx="61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685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wicklu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idge_placeholder">
            <a:extLst>
              <a:ext uri="{FF2B5EF4-FFF2-40B4-BE49-F238E27FC236}">
                <a16:creationId xmlns:a16="http://schemas.microsoft.com/office/drawing/2014/main" id="{050012C0-0F5A-17AF-90E4-D907A4C2397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9045600" y="716721"/>
            <a:ext cx="288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i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image4_placeholder">
            <a:extLst>
              <a:ext uri="{FF2B5EF4-FFF2-40B4-BE49-F238E27FC236}">
                <a16:creationId xmlns:a16="http://schemas.microsoft.com/office/drawing/2014/main" id="{1C924A09-FF64-56B3-F22F-394BDFEDE199}"/>
              </a:ext>
            </a:extLst>
          </p:cNvPr>
          <p:cNvSpPr>
            <a:spLocks noGrp="1" noChangeAspect="1"/>
          </p:cNvSpPr>
          <p:nvPr>
            <p:ph type="pic" sz="quarter" idx="20"/>
            <p:custDataLst>
              <p:tags r:id="rId2"/>
            </p:custDataLst>
          </p:nvPr>
        </p:nvSpPr>
        <p:spPr>
          <a:xfrm>
            <a:off x="9438000" y="1339200"/>
            <a:ext cx="2160000" cy="21600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conclusion_placeholder">
            <a:extLst>
              <a:ext uri="{FF2B5EF4-FFF2-40B4-BE49-F238E27FC236}">
                <a16:creationId xmlns:a16="http://schemas.microsoft.com/office/drawing/2014/main" id="{8822A697-D1D4-5031-E783-6B6942C15CF4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3"/>
            </p:custDataLst>
          </p:nvPr>
        </p:nvSpPr>
        <p:spPr>
          <a:xfrm>
            <a:off x="9438000" y="4276800"/>
            <a:ext cx="216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2" name="subheading4_placeholder">
            <a:extLst>
              <a:ext uri="{FF2B5EF4-FFF2-40B4-BE49-F238E27FC236}">
                <a16:creationId xmlns:a16="http://schemas.microsoft.com/office/drawing/2014/main" id="{0AA8346A-1A46-ED9C-FC3D-04BBB24BDD91}"/>
              </a:ext>
            </a:extLst>
          </p:cNvPr>
          <p:cNvSpPr>
            <a:spLocks noGrp="1"/>
          </p:cNvSpPr>
          <p:nvPr>
            <p:ph type="body" sz="quarter" idx="21"/>
            <p:custDataLst>
              <p:tags r:id="rId4"/>
            </p:custDataLst>
          </p:nvPr>
        </p:nvSpPr>
        <p:spPr>
          <a:xfrm>
            <a:off x="9438000" y="3708000"/>
            <a:ext cx="21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1" name="image3_placeholder">
            <a:extLst>
              <a:ext uri="{FF2B5EF4-FFF2-40B4-BE49-F238E27FC236}">
                <a16:creationId xmlns:a16="http://schemas.microsoft.com/office/drawing/2014/main" id="{A3DF1792-FA6F-259A-4864-4D65706689A6}"/>
              </a:ext>
            </a:extLst>
          </p:cNvPr>
          <p:cNvSpPr>
            <a:spLocks noGrp="1" noChangeAspect="1"/>
          </p:cNvSpPr>
          <p:nvPr>
            <p:ph type="pic" sz="quarter" idx="14"/>
            <p:custDataLst>
              <p:tags r:id="rId5"/>
            </p:custDataLst>
          </p:nvPr>
        </p:nvSpPr>
        <p:spPr>
          <a:xfrm>
            <a:off x="6092400" y="1339200"/>
            <a:ext cx="2160000" cy="21600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3_placeholder">
            <a:extLst>
              <a:ext uri="{FF2B5EF4-FFF2-40B4-BE49-F238E27FC236}">
                <a16:creationId xmlns:a16="http://schemas.microsoft.com/office/drawing/2014/main" id="{81593C5B-5F71-C0C8-5195-2C5945AFAEC4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092400" y="4276800"/>
            <a:ext cx="216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2" name="subheading3_placeholder">
            <a:extLst>
              <a:ext uri="{FF2B5EF4-FFF2-40B4-BE49-F238E27FC236}">
                <a16:creationId xmlns:a16="http://schemas.microsoft.com/office/drawing/2014/main" id="{CE345A08-E7CD-17DF-DCDF-BB7BDB82A7F5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7"/>
            </p:custDataLst>
          </p:nvPr>
        </p:nvSpPr>
        <p:spPr>
          <a:xfrm>
            <a:off x="6092400" y="3708000"/>
            <a:ext cx="21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4" name="image2_placeholder">
            <a:extLst>
              <a:ext uri="{FF2B5EF4-FFF2-40B4-BE49-F238E27FC236}">
                <a16:creationId xmlns:a16="http://schemas.microsoft.com/office/drawing/2014/main" id="{359CC28C-A479-BABF-BF60-F5924261F569}"/>
              </a:ext>
            </a:extLst>
          </p:cNvPr>
          <p:cNvSpPr>
            <a:spLocks noGrp="1" noChangeAspect="1"/>
          </p:cNvSpPr>
          <p:nvPr>
            <p:ph type="pic" sz="quarter" idx="17"/>
            <p:custDataLst>
              <p:tags r:id="rId8"/>
            </p:custDataLst>
          </p:nvPr>
        </p:nvSpPr>
        <p:spPr>
          <a:xfrm>
            <a:off x="3341400" y="1339200"/>
            <a:ext cx="2160000" cy="21600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2_placeholder">
            <a:extLst>
              <a:ext uri="{FF2B5EF4-FFF2-40B4-BE49-F238E27FC236}">
                <a16:creationId xmlns:a16="http://schemas.microsoft.com/office/drawing/2014/main" id="{AEE01E6B-D178-F53E-98FC-A2E01304B31E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9"/>
            </p:custDataLst>
          </p:nvPr>
        </p:nvSpPr>
        <p:spPr>
          <a:xfrm>
            <a:off x="3341400" y="4276800"/>
            <a:ext cx="216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subheading2_placeholder">
            <a:extLst>
              <a:ext uri="{FF2B5EF4-FFF2-40B4-BE49-F238E27FC236}">
                <a16:creationId xmlns:a16="http://schemas.microsoft.com/office/drawing/2014/main" id="{E315151E-B56D-4F9B-59C3-92AF178C5B75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10"/>
            </p:custDataLst>
          </p:nvPr>
        </p:nvSpPr>
        <p:spPr>
          <a:xfrm>
            <a:off x="3341400" y="3708000"/>
            <a:ext cx="21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4" name="image1_placeholder">
            <a:extLst>
              <a:ext uri="{FF2B5EF4-FFF2-40B4-BE49-F238E27FC236}">
                <a16:creationId xmlns:a16="http://schemas.microsoft.com/office/drawing/2014/main" id="{E4188753-6FBF-8705-1D8B-CA3EB08CDE1A}"/>
              </a:ext>
            </a:extLst>
          </p:cNvPr>
          <p:cNvSpPr>
            <a:spLocks noGrp="1" noChangeAspect="1"/>
          </p:cNvSpPr>
          <p:nvPr>
            <p:ph type="pic" sz="quarter" idx="10"/>
            <p:custDataLst>
              <p:tags r:id="rId11"/>
            </p:custDataLst>
          </p:nvPr>
        </p:nvSpPr>
        <p:spPr>
          <a:xfrm>
            <a:off x="594000" y="1339200"/>
            <a:ext cx="2160000" cy="2160000"/>
          </a:xfrm>
          <a:prstGeom prst="ellipse">
            <a:avLst/>
          </a:prstGeom>
          <a:ln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1_placeholder">
            <a:extLst>
              <a:ext uri="{FF2B5EF4-FFF2-40B4-BE49-F238E27FC236}">
                <a16:creationId xmlns:a16="http://schemas.microsoft.com/office/drawing/2014/main" id="{DC4E2B57-1B00-EBDB-149C-F3E8B75A67AC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2"/>
            </p:custDataLst>
          </p:nvPr>
        </p:nvSpPr>
        <p:spPr>
          <a:xfrm>
            <a:off x="594000" y="4276800"/>
            <a:ext cx="216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" name="subheading1_placeholder">
            <a:extLst>
              <a:ext uri="{FF2B5EF4-FFF2-40B4-BE49-F238E27FC236}">
                <a16:creationId xmlns:a16="http://schemas.microsoft.com/office/drawing/2014/main" id="{7BFCF63E-F76E-BCFE-3BA1-7279E25D2FA4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13"/>
            </p:custDataLst>
          </p:nvPr>
        </p:nvSpPr>
        <p:spPr>
          <a:xfrm>
            <a:off x="594000" y="3708000"/>
            <a:ext cx="21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title_placeholder">
            <a:extLst>
              <a:ext uri="{FF2B5EF4-FFF2-40B4-BE49-F238E27FC236}">
                <a16:creationId xmlns:a16="http://schemas.microsoft.com/office/drawing/2014/main" id="{C3AED432-8D7D-769E-2A17-FB41A34D4386}"/>
              </a:ext>
            </a:extLst>
          </p:cNvPr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36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52BC234-08A4-3A52-18EC-B6B1C05E3BF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838000" y="720000"/>
            <a:ext cx="3600" cy="55800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76200">
              <a:schemeClr val="tx1">
                <a:alpha val="40000"/>
              </a:schemeClr>
            </a:glow>
          </a:effectLst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7071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folie - Aufzae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mage1_placeholder">
            <a:extLst>
              <a:ext uri="{FF2B5EF4-FFF2-40B4-BE49-F238E27FC236}">
                <a16:creationId xmlns:a16="http://schemas.microsoft.com/office/drawing/2014/main" id="{F441AF4E-74AA-E15D-2AD4-F68C8BC842FF}"/>
              </a:ext>
            </a:extLst>
          </p:cNvPr>
          <p:cNvSpPr>
            <a:spLocks noGrp="1"/>
          </p:cNvSpPr>
          <p:nvPr>
            <p:ph type="pic" sz="quarter" idx="19"/>
            <p:custDataLst>
              <p:tags r:id="rId1"/>
            </p:custDataLst>
          </p:nvPr>
        </p:nvSpPr>
        <p:spPr>
          <a:xfrm>
            <a:off x="3216000" y="0"/>
            <a:ext cx="5760000" cy="6858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0" name="Inhaltsplatzhalter 27">
            <a:extLst>
              <a:ext uri="{FF2B5EF4-FFF2-40B4-BE49-F238E27FC236}">
                <a16:creationId xmlns:a16="http://schemas.microsoft.com/office/drawing/2014/main" id="{F318A4D8-50BF-13F3-A488-3BB6FCF9CE10}"/>
              </a:ext>
            </a:extLst>
          </p:cNvPr>
          <p:cNvSpPr>
            <a:spLocks noGrp="1"/>
          </p:cNvSpPr>
          <p:nvPr>
            <p:ph sz="quarter" idx="21"/>
            <p:custDataLst>
              <p:tags r:id="rId2"/>
            </p:custDataLst>
          </p:nvPr>
        </p:nvSpPr>
        <p:spPr>
          <a:xfrm flipH="1">
            <a:off x="6096000" y="0"/>
            <a:ext cx="2880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9000">
                <a:schemeClr val="bg1">
                  <a:alpha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Inhaltsplatzhalter 27">
            <a:extLst>
              <a:ext uri="{FF2B5EF4-FFF2-40B4-BE49-F238E27FC236}">
                <a16:creationId xmlns:a16="http://schemas.microsoft.com/office/drawing/2014/main" id="{636D0717-2488-5187-858B-D65F5EDEA7A7}"/>
              </a:ext>
            </a:extLst>
          </p:cNvPr>
          <p:cNvSpPr>
            <a:spLocks noGrp="1"/>
          </p:cNvSpPr>
          <p:nvPr>
            <p:ph sz="quarter" idx="20"/>
            <p:custDataLst>
              <p:tags r:id="rId3"/>
            </p:custDataLst>
          </p:nvPr>
        </p:nvSpPr>
        <p:spPr>
          <a:xfrm>
            <a:off x="3216000" y="0"/>
            <a:ext cx="2880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9000">
                <a:schemeClr val="bg1">
                  <a:alpha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bulletpointR1_placeholder">
            <a:extLst>
              <a:ext uri="{FF2B5EF4-FFF2-40B4-BE49-F238E27FC236}">
                <a16:creationId xmlns:a16="http://schemas.microsoft.com/office/drawing/2014/main" id="{90C9317B-E170-610C-3FCA-1191834E7A82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4"/>
            </p:custDataLst>
          </p:nvPr>
        </p:nvSpPr>
        <p:spPr>
          <a:xfrm>
            <a:off x="8096400" y="2250315"/>
            <a:ext cx="3420000" cy="1080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anchor="ctr"/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bulletpointR2_placeholder">
            <a:extLst>
              <a:ext uri="{FF2B5EF4-FFF2-40B4-BE49-F238E27FC236}">
                <a16:creationId xmlns:a16="http://schemas.microsoft.com/office/drawing/2014/main" id="{D235DFC6-C16D-39B3-11F1-04D1675658D0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>
          <a:xfrm>
            <a:off x="8096400" y="3695685"/>
            <a:ext cx="3420000" cy="1080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anchor="ctr"/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6" name="bulletpointR3_placeholder">
            <a:extLst>
              <a:ext uri="{FF2B5EF4-FFF2-40B4-BE49-F238E27FC236}">
                <a16:creationId xmlns:a16="http://schemas.microsoft.com/office/drawing/2014/main" id="{DD02B8A5-8046-E134-A652-73C649443638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6"/>
            </p:custDataLst>
          </p:nvPr>
        </p:nvSpPr>
        <p:spPr>
          <a:xfrm>
            <a:off x="8096400" y="5131590"/>
            <a:ext cx="3420000" cy="1080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anchor="ctr"/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1" name="bulletpointL1_placeholder">
            <a:extLst>
              <a:ext uri="{FF2B5EF4-FFF2-40B4-BE49-F238E27FC236}">
                <a16:creationId xmlns:a16="http://schemas.microsoft.com/office/drawing/2014/main" id="{46DD3EDD-8D51-19B7-F6F6-AA15C0158B20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3200" y="2250315"/>
            <a:ext cx="3420000" cy="1080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anchor="ctr"/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2" name="bulletpointL2_placeholder">
            <a:extLst>
              <a:ext uri="{FF2B5EF4-FFF2-40B4-BE49-F238E27FC236}">
                <a16:creationId xmlns:a16="http://schemas.microsoft.com/office/drawing/2014/main" id="{20489430-9AF8-0119-CDFE-BADB36B1AC07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83200" y="3690314"/>
            <a:ext cx="3420000" cy="1080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anchor="ctr"/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3" name="bulletpointL3_placeholder">
            <a:extLst>
              <a:ext uri="{FF2B5EF4-FFF2-40B4-BE49-F238E27FC236}">
                <a16:creationId xmlns:a16="http://schemas.microsoft.com/office/drawing/2014/main" id="{2CEE7B00-0B11-B42E-E7AF-27C2C70F287A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83200" y="5130313"/>
            <a:ext cx="3420000" cy="1080000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anchor="ctr"/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4" name="title_placeholder">
            <a:extLst>
              <a:ext uri="{FF2B5EF4-FFF2-40B4-BE49-F238E27FC236}">
                <a16:creationId xmlns:a16="http://schemas.microsoft.com/office/drawing/2014/main" id="{9F07B4F0-4ABE-3B1B-9A8E-E53DE30CB594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36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subheadingL1_placeholder">
            <a:extLst>
              <a:ext uri="{FF2B5EF4-FFF2-40B4-BE49-F238E27FC236}">
                <a16:creationId xmlns:a16="http://schemas.microsoft.com/office/drawing/2014/main" id="{1584B499-D990-C115-0B54-A98893EC7D55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11"/>
            </p:custDataLst>
          </p:nvPr>
        </p:nvSpPr>
        <p:spPr>
          <a:xfrm>
            <a:off x="720000" y="1530315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00FF99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9" name="subheadingR1_placeholder">
            <a:extLst>
              <a:ext uri="{FF2B5EF4-FFF2-40B4-BE49-F238E27FC236}">
                <a16:creationId xmlns:a16="http://schemas.microsoft.com/office/drawing/2014/main" id="{972E36AD-91A4-3888-F549-712E6BC4AEC1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2"/>
            </p:custDataLst>
          </p:nvPr>
        </p:nvSpPr>
        <p:spPr>
          <a:xfrm>
            <a:off x="7920000" y="1530315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00FF99"/>
                </a:solidFill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25F896D1-A1F0-F1A6-1B37-44211B1B629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819200" y="1891178"/>
            <a:ext cx="3672000" cy="3600"/>
          </a:xfrm>
          <a:prstGeom prst="rect">
            <a:avLst/>
          </a:prstGeom>
          <a:noFill/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Inhaltsplatzhalter 9">
            <a:extLst>
              <a:ext uri="{FF2B5EF4-FFF2-40B4-BE49-F238E27FC236}">
                <a16:creationId xmlns:a16="http://schemas.microsoft.com/office/drawing/2014/main" id="{0A815BE8-36B0-5229-ABD6-E86BA460BB3E}"/>
              </a:ext>
            </a:extLst>
          </p:cNvPr>
          <p:cNvSpPr>
            <a:spLocks noGrp="1"/>
          </p:cNvSpPr>
          <p:nvPr>
            <p:ph sz="quarter" idx="23"/>
            <p:custDataLst>
              <p:tags r:id="rId13"/>
            </p:custDataLst>
          </p:nvPr>
        </p:nvSpPr>
        <p:spPr>
          <a:xfrm>
            <a:off x="583200" y="1891178"/>
            <a:ext cx="3672000" cy="3600"/>
          </a:xfrm>
          <a:prstGeom prst="rect">
            <a:avLst/>
          </a:prstGeom>
          <a:noFill/>
          <a:ln w="127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7934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placeholder">
            <a:extLst>
              <a:ext uri="{FF2B5EF4-FFF2-40B4-BE49-F238E27FC236}">
                <a16:creationId xmlns:a16="http://schemas.microsoft.com/office/drawing/2014/main" id="{265EF5D8-D12B-782A-20E7-EA5C7D86187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image1_placeholder">
            <a:extLst>
              <a:ext uri="{FF2B5EF4-FFF2-40B4-BE49-F238E27FC236}">
                <a16:creationId xmlns:a16="http://schemas.microsoft.com/office/drawing/2014/main" id="{B28331A6-D408-6A82-3200-19FCD6FE0B3F}"/>
              </a:ext>
            </a:extLst>
          </p:cNvPr>
          <p:cNvSpPr>
            <a:spLocks noGrp="1" noChangeAspect="1"/>
          </p:cNvSpPr>
          <p:nvPr>
            <p:ph type="pic" sz="quarter" idx="10"/>
            <p:custDataLst>
              <p:tags r:id="rId2"/>
            </p:custDataLst>
          </p:nvPr>
        </p:nvSpPr>
        <p:spPr>
          <a:xfrm>
            <a:off x="832000" y="1620000"/>
            <a:ext cx="1080000" cy="1079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image2_placeholder">
            <a:extLst>
              <a:ext uri="{FF2B5EF4-FFF2-40B4-BE49-F238E27FC236}">
                <a16:creationId xmlns:a16="http://schemas.microsoft.com/office/drawing/2014/main" id="{D9803C08-A533-E5A5-71E9-F6DB531F5C64}"/>
              </a:ext>
            </a:extLst>
          </p:cNvPr>
          <p:cNvSpPr>
            <a:spLocks noGrp="1" noChangeAspect="1"/>
          </p:cNvSpPr>
          <p:nvPr>
            <p:ph type="pic" sz="quarter" idx="11"/>
            <p:custDataLst>
              <p:tags r:id="rId3"/>
            </p:custDataLst>
          </p:nvPr>
        </p:nvSpPr>
        <p:spPr>
          <a:xfrm>
            <a:off x="3194000" y="1616698"/>
            <a:ext cx="1080000" cy="1079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image3_placeholder">
            <a:extLst>
              <a:ext uri="{FF2B5EF4-FFF2-40B4-BE49-F238E27FC236}">
                <a16:creationId xmlns:a16="http://schemas.microsoft.com/office/drawing/2014/main" id="{94FE1918-52DC-173F-0F8E-78017F4825EC}"/>
              </a:ext>
            </a:extLst>
          </p:cNvPr>
          <p:cNvSpPr>
            <a:spLocks noGrp="1" noChangeAspect="1"/>
          </p:cNvSpPr>
          <p:nvPr>
            <p:ph type="pic" sz="quarter" idx="12"/>
            <p:custDataLst>
              <p:tags r:id="rId4"/>
            </p:custDataLst>
          </p:nvPr>
        </p:nvSpPr>
        <p:spPr>
          <a:xfrm>
            <a:off x="5556000" y="1616698"/>
            <a:ext cx="1080000" cy="1079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image4_placeholder">
            <a:extLst>
              <a:ext uri="{FF2B5EF4-FFF2-40B4-BE49-F238E27FC236}">
                <a16:creationId xmlns:a16="http://schemas.microsoft.com/office/drawing/2014/main" id="{7AA1BC58-FE21-3024-8F26-05171035DF0B}"/>
              </a:ext>
            </a:extLst>
          </p:cNvPr>
          <p:cNvSpPr>
            <a:spLocks noGrp="1" noChangeAspect="1"/>
          </p:cNvSpPr>
          <p:nvPr>
            <p:ph type="pic" sz="quarter" idx="13"/>
            <p:custDataLst>
              <p:tags r:id="rId5"/>
            </p:custDataLst>
          </p:nvPr>
        </p:nvSpPr>
        <p:spPr>
          <a:xfrm>
            <a:off x="7918000" y="1616698"/>
            <a:ext cx="1080000" cy="1079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0" name="image5_placeholder">
            <a:extLst>
              <a:ext uri="{FF2B5EF4-FFF2-40B4-BE49-F238E27FC236}">
                <a16:creationId xmlns:a16="http://schemas.microsoft.com/office/drawing/2014/main" id="{EE3C96A0-2368-A493-268D-D11EBCD33E95}"/>
              </a:ext>
            </a:extLst>
          </p:cNvPr>
          <p:cNvSpPr>
            <a:spLocks noGrp="1" noChangeAspect="1"/>
          </p:cNvSpPr>
          <p:nvPr>
            <p:ph type="pic" sz="quarter" idx="14"/>
            <p:custDataLst>
              <p:tags r:id="rId6"/>
            </p:custDataLst>
          </p:nvPr>
        </p:nvSpPr>
        <p:spPr>
          <a:xfrm>
            <a:off x="10280000" y="1616698"/>
            <a:ext cx="1080000" cy="1079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2" name="subheading1_placeholder">
            <a:extLst>
              <a:ext uri="{FF2B5EF4-FFF2-40B4-BE49-F238E27FC236}">
                <a16:creationId xmlns:a16="http://schemas.microsoft.com/office/drawing/2014/main" id="{87ED408A-0FA5-7056-5978-7FA5B492687F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7"/>
            </p:custDataLst>
          </p:nvPr>
        </p:nvSpPr>
        <p:spPr>
          <a:xfrm>
            <a:off x="382000" y="2880000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3" name="subheading2_placeholder">
            <a:extLst>
              <a:ext uri="{FF2B5EF4-FFF2-40B4-BE49-F238E27FC236}">
                <a16:creationId xmlns:a16="http://schemas.microsoft.com/office/drawing/2014/main" id="{7F9016E5-4D95-BC54-21DD-076EFA82F720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8"/>
            </p:custDataLst>
          </p:nvPr>
        </p:nvSpPr>
        <p:spPr>
          <a:xfrm>
            <a:off x="2744000" y="2881398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4" name="subheading3_placeholder">
            <a:extLst>
              <a:ext uri="{FF2B5EF4-FFF2-40B4-BE49-F238E27FC236}">
                <a16:creationId xmlns:a16="http://schemas.microsoft.com/office/drawing/2014/main" id="{1E957823-4634-B994-CB50-871E692B6DD2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9"/>
            </p:custDataLst>
          </p:nvPr>
        </p:nvSpPr>
        <p:spPr>
          <a:xfrm>
            <a:off x="5106000" y="2876198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subheading4_placeholder">
            <a:extLst>
              <a:ext uri="{FF2B5EF4-FFF2-40B4-BE49-F238E27FC236}">
                <a16:creationId xmlns:a16="http://schemas.microsoft.com/office/drawing/2014/main" id="{28D5E47A-7E22-D88B-5594-66151DA4ADAE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10"/>
            </p:custDataLst>
          </p:nvPr>
        </p:nvSpPr>
        <p:spPr>
          <a:xfrm>
            <a:off x="7468000" y="2876198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6" name="subheading5_placeholder">
            <a:extLst>
              <a:ext uri="{FF2B5EF4-FFF2-40B4-BE49-F238E27FC236}">
                <a16:creationId xmlns:a16="http://schemas.microsoft.com/office/drawing/2014/main" id="{44A7EEB1-A391-0B33-A436-ED376A8B724B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11"/>
            </p:custDataLst>
          </p:nvPr>
        </p:nvSpPr>
        <p:spPr>
          <a:xfrm>
            <a:off x="9830000" y="2876198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7" name="text1_placeholder">
            <a:extLst>
              <a:ext uri="{FF2B5EF4-FFF2-40B4-BE49-F238E27FC236}">
                <a16:creationId xmlns:a16="http://schemas.microsoft.com/office/drawing/2014/main" id="{740B61C2-5117-F48B-9A39-6EF215FB6E98}"/>
              </a:ext>
            </a:extLst>
          </p:cNvPr>
          <p:cNvSpPr>
            <a:spLocks noGrp="1"/>
          </p:cNvSpPr>
          <p:nvPr>
            <p:ph type="body" sz="quarter" idx="20"/>
            <p:custDataLst>
              <p:tags r:id="rId12"/>
            </p:custDataLst>
          </p:nvPr>
        </p:nvSpPr>
        <p:spPr>
          <a:xfrm>
            <a:off x="382000" y="4314795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8" name="text2_placeholder">
            <a:extLst>
              <a:ext uri="{FF2B5EF4-FFF2-40B4-BE49-F238E27FC236}">
                <a16:creationId xmlns:a16="http://schemas.microsoft.com/office/drawing/2014/main" id="{1C54C9CE-1921-9E45-1D96-78C9EDF26556}"/>
              </a:ext>
            </a:extLst>
          </p:cNvPr>
          <p:cNvSpPr>
            <a:spLocks noGrp="1"/>
          </p:cNvSpPr>
          <p:nvPr>
            <p:ph type="body" sz="quarter" idx="21"/>
            <p:custDataLst>
              <p:tags r:id="rId13"/>
            </p:custDataLst>
          </p:nvPr>
        </p:nvSpPr>
        <p:spPr>
          <a:xfrm>
            <a:off x="2744000" y="4314795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9" name="text3_placeholder">
            <a:extLst>
              <a:ext uri="{FF2B5EF4-FFF2-40B4-BE49-F238E27FC236}">
                <a16:creationId xmlns:a16="http://schemas.microsoft.com/office/drawing/2014/main" id="{8C6B9803-9579-BC67-D30E-BFF5B0A6DB10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4"/>
            </p:custDataLst>
          </p:nvPr>
        </p:nvSpPr>
        <p:spPr>
          <a:xfrm>
            <a:off x="5106000" y="4314795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0" name="text4_placeholder">
            <a:extLst>
              <a:ext uri="{FF2B5EF4-FFF2-40B4-BE49-F238E27FC236}">
                <a16:creationId xmlns:a16="http://schemas.microsoft.com/office/drawing/2014/main" id="{B32A2304-D618-9311-420C-552BC6564FD5}"/>
              </a:ext>
            </a:extLst>
          </p:cNvPr>
          <p:cNvSpPr>
            <a:spLocks noGrp="1"/>
          </p:cNvSpPr>
          <p:nvPr>
            <p:ph type="body" sz="quarter" idx="23"/>
            <p:custDataLst>
              <p:tags r:id="rId15"/>
            </p:custDataLst>
          </p:nvPr>
        </p:nvSpPr>
        <p:spPr>
          <a:xfrm>
            <a:off x="7468000" y="4314795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5_placeholder">
            <a:extLst>
              <a:ext uri="{FF2B5EF4-FFF2-40B4-BE49-F238E27FC236}">
                <a16:creationId xmlns:a16="http://schemas.microsoft.com/office/drawing/2014/main" id="{34626FF5-DA13-B60B-E12E-F08D59B1620B}"/>
              </a:ext>
            </a:extLst>
          </p:cNvPr>
          <p:cNvSpPr>
            <a:spLocks noGrp="1"/>
          </p:cNvSpPr>
          <p:nvPr>
            <p:ph type="body" sz="quarter" idx="24"/>
            <p:custDataLst>
              <p:tags r:id="rId16"/>
            </p:custDataLst>
          </p:nvPr>
        </p:nvSpPr>
        <p:spPr>
          <a:xfrm>
            <a:off x="9830000" y="4314795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Inhaltsplatzhalter 4">
            <a:extLst>
              <a:ext uri="{FF2B5EF4-FFF2-40B4-BE49-F238E27FC236}">
                <a16:creationId xmlns:a16="http://schemas.microsoft.com/office/drawing/2014/main" id="{F93382E1-76FE-ED06-6E5F-8DB3D2F39B85}"/>
              </a:ext>
            </a:extLst>
          </p:cNvPr>
          <p:cNvSpPr>
            <a:spLocks noGrp="1"/>
          </p:cNvSpPr>
          <p:nvPr>
            <p:ph sz="quarter" idx="25"/>
            <p:custDataLst>
              <p:tags r:id="rId17"/>
            </p:custDataLst>
          </p:nvPr>
        </p:nvSpPr>
        <p:spPr>
          <a:xfrm rot="5400000">
            <a:off x="6094200" y="-2701904"/>
            <a:ext cx="3600" cy="129600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glow rad="76200">
              <a:schemeClr val="tx1">
                <a:alpha val="40000"/>
              </a:schemeClr>
            </a:glow>
          </a:effectLst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0462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foli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image1_placeholder">
            <a:extLst>
              <a:ext uri="{FF2B5EF4-FFF2-40B4-BE49-F238E27FC236}">
                <a16:creationId xmlns:a16="http://schemas.microsoft.com/office/drawing/2014/main" id="{7A12F241-7BB0-24FD-216C-D4046199E327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8" name="Shadow">
            <a:extLst>
              <a:ext uri="{FF2B5EF4-FFF2-40B4-BE49-F238E27FC236}">
                <a16:creationId xmlns:a16="http://schemas.microsoft.com/office/drawing/2014/main" id="{0A30E256-3A5D-3D0B-7A7D-08702B0C3B8C}"/>
              </a:ext>
            </a:extLst>
          </p:cNvPr>
          <p:cNvSpPr>
            <a:spLocks noGrp="1"/>
          </p:cNvSpPr>
          <p:nvPr>
            <p:ph sz="quarter" idx="30"/>
            <p:custDataLst>
              <p:tags r:id="rId2"/>
            </p:custDataLst>
          </p:nvPr>
        </p:nvSpPr>
        <p:spPr>
          <a:xfrm>
            <a:off x="0" y="6025"/>
            <a:ext cx="12192000" cy="685197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0000">
                <a:schemeClr val="bg1">
                  <a:alpha val="80000"/>
                </a:schemeClr>
              </a:gs>
              <a:gs pos="78000">
                <a:schemeClr val="bg1"/>
              </a:gs>
            </a:gsLst>
            <a:lin ang="162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le_placeholder">
            <a:extLst>
              <a:ext uri="{FF2B5EF4-FFF2-40B4-BE49-F238E27FC236}">
                <a16:creationId xmlns:a16="http://schemas.microsoft.com/office/drawing/2014/main" id="{265EF5D8-D12B-782A-20E7-EA5C7D86187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6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subheading1_placeholder">
            <a:extLst>
              <a:ext uri="{FF2B5EF4-FFF2-40B4-BE49-F238E27FC236}">
                <a16:creationId xmlns:a16="http://schemas.microsoft.com/office/drawing/2014/main" id="{87ED408A-0FA5-7056-5978-7FA5B492687F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4"/>
            </p:custDataLst>
          </p:nvPr>
        </p:nvSpPr>
        <p:spPr>
          <a:xfrm>
            <a:off x="382000" y="2880000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3" name="subheading2_placeholder">
            <a:extLst>
              <a:ext uri="{FF2B5EF4-FFF2-40B4-BE49-F238E27FC236}">
                <a16:creationId xmlns:a16="http://schemas.microsoft.com/office/drawing/2014/main" id="{7F9016E5-4D95-BC54-21DD-076EFA82F720}"/>
              </a:ext>
            </a:extLst>
          </p:cNvPr>
          <p:cNvSpPr>
            <a:spLocks noGrp="1"/>
          </p:cNvSpPr>
          <p:nvPr>
            <p:ph type="body" sz="quarter" idx="16"/>
            <p:custDataLst>
              <p:tags r:id="rId5"/>
            </p:custDataLst>
          </p:nvPr>
        </p:nvSpPr>
        <p:spPr>
          <a:xfrm>
            <a:off x="2744000" y="2520000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4" name="subheading3_placeholder">
            <a:extLst>
              <a:ext uri="{FF2B5EF4-FFF2-40B4-BE49-F238E27FC236}">
                <a16:creationId xmlns:a16="http://schemas.microsoft.com/office/drawing/2014/main" id="{1E957823-4634-B994-CB50-871E692B6DD2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6"/>
            </p:custDataLst>
          </p:nvPr>
        </p:nvSpPr>
        <p:spPr>
          <a:xfrm>
            <a:off x="5106000" y="2160000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subheading4_placeholder">
            <a:extLst>
              <a:ext uri="{FF2B5EF4-FFF2-40B4-BE49-F238E27FC236}">
                <a16:creationId xmlns:a16="http://schemas.microsoft.com/office/drawing/2014/main" id="{28D5E47A-7E22-D88B-5594-66151DA4ADAE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7"/>
            </p:custDataLst>
          </p:nvPr>
        </p:nvSpPr>
        <p:spPr>
          <a:xfrm>
            <a:off x="7468000" y="2520000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6" name="subheading5_placeholder">
            <a:extLst>
              <a:ext uri="{FF2B5EF4-FFF2-40B4-BE49-F238E27FC236}">
                <a16:creationId xmlns:a16="http://schemas.microsoft.com/office/drawing/2014/main" id="{44A7EEB1-A391-0B33-A436-ED376A8B724B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8"/>
            </p:custDataLst>
          </p:nvPr>
        </p:nvSpPr>
        <p:spPr>
          <a:xfrm>
            <a:off x="9830000" y="2880000"/>
            <a:ext cx="1980000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7" name="text1_placeholder">
            <a:extLst>
              <a:ext uri="{FF2B5EF4-FFF2-40B4-BE49-F238E27FC236}">
                <a16:creationId xmlns:a16="http://schemas.microsoft.com/office/drawing/2014/main" id="{740B61C2-5117-F48B-9A39-6EF215FB6E98}"/>
              </a:ext>
            </a:extLst>
          </p:cNvPr>
          <p:cNvSpPr>
            <a:spLocks noGrp="1"/>
          </p:cNvSpPr>
          <p:nvPr>
            <p:ph type="body" sz="quarter" idx="20"/>
            <p:custDataLst>
              <p:tags r:id="rId9"/>
            </p:custDataLst>
          </p:nvPr>
        </p:nvSpPr>
        <p:spPr>
          <a:xfrm>
            <a:off x="382000" y="3236198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8" name="text2_placeholder">
            <a:extLst>
              <a:ext uri="{FF2B5EF4-FFF2-40B4-BE49-F238E27FC236}">
                <a16:creationId xmlns:a16="http://schemas.microsoft.com/office/drawing/2014/main" id="{1C54C9CE-1921-9E45-1D96-78C9EDF26556}"/>
              </a:ext>
            </a:extLst>
          </p:cNvPr>
          <p:cNvSpPr>
            <a:spLocks noGrp="1"/>
          </p:cNvSpPr>
          <p:nvPr>
            <p:ph type="body" sz="quarter" idx="21"/>
            <p:custDataLst>
              <p:tags r:id="rId10"/>
            </p:custDataLst>
          </p:nvPr>
        </p:nvSpPr>
        <p:spPr>
          <a:xfrm>
            <a:off x="2744000" y="2876198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9" name="text3_placeholder">
            <a:extLst>
              <a:ext uri="{FF2B5EF4-FFF2-40B4-BE49-F238E27FC236}">
                <a16:creationId xmlns:a16="http://schemas.microsoft.com/office/drawing/2014/main" id="{8C6B9803-9579-BC67-D30E-BFF5B0A6DB10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1"/>
            </p:custDataLst>
          </p:nvPr>
        </p:nvSpPr>
        <p:spPr>
          <a:xfrm>
            <a:off x="5106000" y="2520000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0" name="text4_placeholder">
            <a:extLst>
              <a:ext uri="{FF2B5EF4-FFF2-40B4-BE49-F238E27FC236}">
                <a16:creationId xmlns:a16="http://schemas.microsoft.com/office/drawing/2014/main" id="{B32A2304-D618-9311-420C-552BC6564FD5}"/>
              </a:ext>
            </a:extLst>
          </p:cNvPr>
          <p:cNvSpPr>
            <a:spLocks noGrp="1"/>
          </p:cNvSpPr>
          <p:nvPr>
            <p:ph type="body" sz="quarter" idx="23"/>
            <p:custDataLst>
              <p:tags r:id="rId12"/>
            </p:custDataLst>
          </p:nvPr>
        </p:nvSpPr>
        <p:spPr>
          <a:xfrm>
            <a:off x="7468000" y="2876198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5_placeholder">
            <a:extLst>
              <a:ext uri="{FF2B5EF4-FFF2-40B4-BE49-F238E27FC236}">
                <a16:creationId xmlns:a16="http://schemas.microsoft.com/office/drawing/2014/main" id="{34626FF5-DA13-B60B-E12E-F08D59B1620B}"/>
              </a:ext>
            </a:extLst>
          </p:cNvPr>
          <p:cNvSpPr>
            <a:spLocks noGrp="1"/>
          </p:cNvSpPr>
          <p:nvPr>
            <p:ph type="body" sz="quarter" idx="24"/>
            <p:custDataLst>
              <p:tags r:id="rId13"/>
            </p:custDataLst>
          </p:nvPr>
        </p:nvSpPr>
        <p:spPr>
          <a:xfrm>
            <a:off x="9830000" y="3236198"/>
            <a:ext cx="1980000" cy="16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92D28BDB-6C35-1991-96FA-FC2717AE5C8C}"/>
              </a:ext>
            </a:extLst>
          </p:cNvPr>
          <p:cNvSpPr/>
          <p:nvPr userDrawn="1"/>
        </p:nvSpPr>
        <p:spPr>
          <a:xfrm>
            <a:off x="1413387" y="4680000"/>
            <a:ext cx="9365226" cy="1288866"/>
          </a:xfrm>
          <a:custGeom>
            <a:avLst/>
            <a:gdLst>
              <a:gd name="connsiteX0" fmla="*/ 0 w 9365226"/>
              <a:gd name="connsiteY0" fmla="*/ 752179 h 766928"/>
              <a:gd name="connsiteX1" fmla="*/ 4675239 w 9365226"/>
              <a:gd name="connsiteY1" fmla="*/ 11 h 766928"/>
              <a:gd name="connsiteX2" fmla="*/ 9365226 w 9365226"/>
              <a:gd name="connsiteY2" fmla="*/ 766928 h 766928"/>
              <a:gd name="connsiteX3" fmla="*/ 9365226 w 9365226"/>
              <a:gd name="connsiteY3" fmla="*/ 766928 h 7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65226" h="766928">
                <a:moveTo>
                  <a:pt x="0" y="752179"/>
                </a:moveTo>
                <a:cubicBezTo>
                  <a:pt x="1557184" y="374866"/>
                  <a:pt x="3114368" y="-2447"/>
                  <a:pt x="4675239" y="11"/>
                </a:cubicBezTo>
                <a:cubicBezTo>
                  <a:pt x="6236110" y="2469"/>
                  <a:pt x="9365226" y="766928"/>
                  <a:pt x="9365226" y="766928"/>
                </a:cubicBezTo>
                <a:lnTo>
                  <a:pt x="9365226" y="766928"/>
                </a:lnTo>
              </a:path>
            </a:pathLst>
          </a:custGeom>
          <a:noFill/>
          <a:ln w="34925">
            <a:solidFill>
              <a:schemeClr val="tx1"/>
            </a:solidFill>
            <a:tailEnd type="triangle" w="lg" len="lg"/>
          </a:ln>
          <a:effectLst>
            <a:glow rad="635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unt5_placeholder">
            <a:extLst>
              <a:ext uri="{FF2B5EF4-FFF2-40B4-BE49-F238E27FC236}">
                <a16:creationId xmlns:a16="http://schemas.microsoft.com/office/drawing/2014/main" id="{2F2A0C81-EDB5-467D-F450-32FCD4C1D517}"/>
              </a:ext>
            </a:extLst>
          </p:cNvPr>
          <p:cNvSpPr>
            <a:spLocks noGrp="1" noChangeAspect="1"/>
          </p:cNvSpPr>
          <p:nvPr>
            <p:ph sz="quarter" idx="29" hasCustomPrompt="1"/>
          </p:nvPr>
        </p:nvSpPr>
        <p:spPr>
          <a:xfrm>
            <a:off x="10640000" y="234000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/>
            </a:lvl1pPr>
          </a:lstStyle>
          <a:p>
            <a:pPr marL="0" lvl="0" indent="0" algn="ctr">
              <a:buNone/>
            </a:pPr>
            <a:r>
              <a:rPr lang="de-DE" dirty="0"/>
              <a:t>-</a:t>
            </a:r>
          </a:p>
        </p:txBody>
      </p:sp>
      <p:sp>
        <p:nvSpPr>
          <p:cNvPr id="24" name="count4_placeholder">
            <a:extLst>
              <a:ext uri="{FF2B5EF4-FFF2-40B4-BE49-F238E27FC236}">
                <a16:creationId xmlns:a16="http://schemas.microsoft.com/office/drawing/2014/main" id="{9EB1BB65-E2AB-48DD-6168-B9C051466CF1}"/>
              </a:ext>
            </a:extLst>
          </p:cNvPr>
          <p:cNvSpPr>
            <a:spLocks noGrp="1" noChangeAspect="1"/>
          </p:cNvSpPr>
          <p:nvPr>
            <p:ph sz="quarter" idx="27" hasCustomPrompt="1"/>
          </p:nvPr>
        </p:nvSpPr>
        <p:spPr>
          <a:xfrm>
            <a:off x="8274407" y="198000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/>
            </a:lvl1pPr>
          </a:lstStyle>
          <a:p>
            <a:pPr marL="0" lvl="0" indent="0" algn="ctr">
              <a:buNone/>
            </a:pPr>
            <a:r>
              <a:rPr lang="de-DE" dirty="0"/>
              <a:t>-</a:t>
            </a:r>
          </a:p>
        </p:txBody>
      </p:sp>
      <p:sp>
        <p:nvSpPr>
          <p:cNvPr id="22" name="count3_placeholder">
            <a:extLst>
              <a:ext uri="{FF2B5EF4-FFF2-40B4-BE49-F238E27FC236}">
                <a16:creationId xmlns:a16="http://schemas.microsoft.com/office/drawing/2014/main" id="{6FB8C2CA-56FC-6DBC-84BE-F4C6D249364D}"/>
              </a:ext>
            </a:extLst>
          </p:cNvPr>
          <p:cNvSpPr>
            <a:spLocks noGrp="1" noChangeAspect="1"/>
          </p:cNvSpPr>
          <p:nvPr>
            <p:ph sz="quarter" idx="25" hasCustomPrompt="1"/>
          </p:nvPr>
        </p:nvSpPr>
        <p:spPr>
          <a:xfrm>
            <a:off x="5916000" y="1618099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/>
            </a:lvl1pPr>
          </a:lstStyle>
          <a:p>
            <a:pPr marL="0" lvl="0" indent="0" algn="ctr">
              <a:buNone/>
            </a:pPr>
            <a:r>
              <a:rPr lang="de-DE" dirty="0"/>
              <a:t>-</a:t>
            </a:r>
          </a:p>
        </p:txBody>
      </p:sp>
      <p:sp>
        <p:nvSpPr>
          <p:cNvPr id="23" name="count2_placeholder">
            <a:extLst>
              <a:ext uri="{FF2B5EF4-FFF2-40B4-BE49-F238E27FC236}">
                <a16:creationId xmlns:a16="http://schemas.microsoft.com/office/drawing/2014/main" id="{B9A54D91-9FCB-D563-09F1-55866544A825}"/>
              </a:ext>
            </a:extLst>
          </p:cNvPr>
          <p:cNvSpPr>
            <a:spLocks noGrp="1" noChangeAspect="1"/>
          </p:cNvSpPr>
          <p:nvPr>
            <p:ph sz="quarter" idx="26" hasCustomPrompt="1"/>
          </p:nvPr>
        </p:nvSpPr>
        <p:spPr>
          <a:xfrm>
            <a:off x="3557593" y="198000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/>
            </a:lvl1pPr>
          </a:lstStyle>
          <a:p>
            <a:pPr marL="0" lvl="0" indent="0" algn="ctr">
              <a:buNone/>
            </a:pPr>
            <a:r>
              <a:rPr lang="de-DE" dirty="0"/>
              <a:t>-</a:t>
            </a:r>
          </a:p>
        </p:txBody>
      </p:sp>
      <p:sp>
        <p:nvSpPr>
          <p:cNvPr id="25" name="count1_placeholder">
            <a:extLst>
              <a:ext uri="{FF2B5EF4-FFF2-40B4-BE49-F238E27FC236}">
                <a16:creationId xmlns:a16="http://schemas.microsoft.com/office/drawing/2014/main" id="{FCF652E1-353A-E98B-4C31-60FEFC41E657}"/>
              </a:ext>
            </a:extLst>
          </p:cNvPr>
          <p:cNvSpPr>
            <a:spLocks noGrp="1" noChangeAspect="1"/>
          </p:cNvSpPr>
          <p:nvPr>
            <p:ph sz="quarter" idx="28" hasCustomPrompt="1"/>
          </p:nvPr>
        </p:nvSpPr>
        <p:spPr>
          <a:xfrm>
            <a:off x="1233387" y="2340000"/>
            <a:ext cx="360000" cy="36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  <a:effectLst>
            <a:glow rad="76200">
              <a:schemeClr val="tx1">
                <a:alpha val="2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>
            <a:lvl1pPr marL="0" indent="0" algn="ctr">
              <a:buNone/>
              <a:defRPr lang="de-DE" sz="1800" b="1" dirty="0"/>
            </a:lvl1pPr>
          </a:lstStyle>
          <a:p>
            <a:pPr marL="0" lvl="0" indent="0" algn="ctr">
              <a:buNone/>
            </a:pPr>
            <a:r>
              <a:rPr lang="de-DE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177849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ote1_placeholder">
            <a:extLst>
              <a:ext uri="{FF2B5EF4-FFF2-40B4-BE49-F238E27FC236}">
                <a16:creationId xmlns:a16="http://schemas.microsoft.com/office/drawing/2014/main" id="{2E7240F7-D307-EC1F-422E-F7FCDA050AB5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1"/>
            </p:custDataLst>
          </p:nvPr>
        </p:nvSpPr>
        <p:spPr>
          <a:xfrm>
            <a:off x="1956000" y="2169000"/>
            <a:ext cx="8280000" cy="252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i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" name="person1_placeholder">
            <a:extLst>
              <a:ext uri="{FF2B5EF4-FFF2-40B4-BE49-F238E27FC236}">
                <a16:creationId xmlns:a16="http://schemas.microsoft.com/office/drawing/2014/main" id="{FF91EA39-EEA0-9152-C5C1-76626875C544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2"/>
            </p:custDataLst>
          </p:nvPr>
        </p:nvSpPr>
        <p:spPr>
          <a:xfrm>
            <a:off x="1952625" y="4710113"/>
            <a:ext cx="8283375" cy="3698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pic>
        <p:nvPicPr>
          <p:cNvPr id="7" name="Grafik 6" descr="Öffnendes Anführungszeichen mit einfarbiger Füllung">
            <a:extLst>
              <a:ext uri="{FF2B5EF4-FFF2-40B4-BE49-F238E27FC236}">
                <a16:creationId xmlns:a16="http://schemas.microsoft.com/office/drawing/2014/main" id="{9D533E66-FD3A-AAD9-6371-1954455F3E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376" y="9326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50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1_placeholder">
            <a:extLst>
              <a:ext uri="{FF2B5EF4-FFF2-40B4-BE49-F238E27FC236}">
                <a16:creationId xmlns:a16="http://schemas.microsoft.com/office/drawing/2014/main" id="{52482FB0-D9C8-345E-D182-9DDA7830D1B5}"/>
              </a:ext>
            </a:extLst>
          </p:cNvPr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-2" y="0"/>
            <a:ext cx="5760000" cy="6858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6" name="Inhaltsplatzhalter 27">
            <a:extLst>
              <a:ext uri="{FF2B5EF4-FFF2-40B4-BE49-F238E27FC236}">
                <a16:creationId xmlns:a16="http://schemas.microsoft.com/office/drawing/2014/main" id="{6D4B3CF7-7855-EA80-C621-3196260598A4}"/>
              </a:ext>
            </a:extLst>
          </p:cNvPr>
          <p:cNvSpPr>
            <a:spLocks noGrp="1"/>
          </p:cNvSpPr>
          <p:nvPr>
            <p:ph sz="quarter" idx="17"/>
            <p:custDataLst>
              <p:tags r:id="rId2"/>
            </p:custDataLst>
          </p:nvPr>
        </p:nvSpPr>
        <p:spPr>
          <a:xfrm flipH="1">
            <a:off x="0" y="0"/>
            <a:ext cx="575999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23000">
                <a:schemeClr val="bg1">
                  <a:alpha val="40000"/>
                </a:schemeClr>
              </a:gs>
              <a:gs pos="44000">
                <a:schemeClr val="bg1">
                  <a:alpha val="60000"/>
                </a:schemeClr>
              </a:gs>
              <a:gs pos="69000">
                <a:schemeClr val="bg1">
                  <a:alpha val="8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title_placeholder">
            <a:extLst>
              <a:ext uri="{FF2B5EF4-FFF2-40B4-BE49-F238E27FC236}">
                <a16:creationId xmlns:a16="http://schemas.microsoft.com/office/drawing/2014/main" id="{04B89BB6-AC7B-2A44-AFCA-7CB2B8D71E2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2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subheading1_placeholder">
            <a:extLst>
              <a:ext uri="{FF2B5EF4-FFF2-40B4-BE49-F238E27FC236}">
                <a16:creationId xmlns:a16="http://schemas.microsoft.com/office/drawing/2014/main" id="{BCA92CE4-16ED-E4F2-574F-0D605C2DBB76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4"/>
            </p:custDataLst>
          </p:nvPr>
        </p:nvSpPr>
        <p:spPr>
          <a:xfrm>
            <a:off x="4320000" y="1886645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1" name="text1_placeholder">
            <a:extLst>
              <a:ext uri="{FF2B5EF4-FFF2-40B4-BE49-F238E27FC236}">
                <a16:creationId xmlns:a16="http://schemas.microsoft.com/office/drawing/2014/main" id="{8F76338B-D3BA-806D-0799-6F7E6FED80BA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5"/>
            </p:custDataLst>
          </p:nvPr>
        </p:nvSpPr>
        <p:spPr>
          <a:xfrm>
            <a:off x="4320000" y="2260040"/>
            <a:ext cx="342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8" name="subheading2_placeholder">
            <a:extLst>
              <a:ext uri="{FF2B5EF4-FFF2-40B4-BE49-F238E27FC236}">
                <a16:creationId xmlns:a16="http://schemas.microsoft.com/office/drawing/2014/main" id="{B688C824-2C87-20D4-209D-5CE29DAC82BA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6"/>
            </p:custDataLst>
          </p:nvPr>
        </p:nvSpPr>
        <p:spPr>
          <a:xfrm>
            <a:off x="8259483" y="1886645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9" name="text2_placeholder">
            <a:extLst>
              <a:ext uri="{FF2B5EF4-FFF2-40B4-BE49-F238E27FC236}">
                <a16:creationId xmlns:a16="http://schemas.microsoft.com/office/drawing/2014/main" id="{766E63D0-FD25-C45E-6393-F4BE361CFFBC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7"/>
            </p:custDataLst>
          </p:nvPr>
        </p:nvSpPr>
        <p:spPr>
          <a:xfrm>
            <a:off x="8259483" y="2260040"/>
            <a:ext cx="342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4" name="subheading3_placeholder">
            <a:extLst>
              <a:ext uri="{FF2B5EF4-FFF2-40B4-BE49-F238E27FC236}">
                <a16:creationId xmlns:a16="http://schemas.microsoft.com/office/drawing/2014/main" id="{D372F301-61BB-7F72-BEAA-DB2E893BAED7}"/>
              </a:ext>
            </a:extLst>
          </p:cNvPr>
          <p:cNvSpPr>
            <a:spLocks noGrp="1"/>
          </p:cNvSpPr>
          <p:nvPr>
            <p:ph type="body" sz="quarter" idx="20"/>
            <p:custDataLst>
              <p:tags r:id="rId8"/>
            </p:custDataLst>
          </p:nvPr>
        </p:nvSpPr>
        <p:spPr>
          <a:xfrm>
            <a:off x="4320000" y="4237959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3_placeholder">
            <a:extLst>
              <a:ext uri="{FF2B5EF4-FFF2-40B4-BE49-F238E27FC236}">
                <a16:creationId xmlns:a16="http://schemas.microsoft.com/office/drawing/2014/main" id="{B8730E13-0250-53DD-249D-9C5C8705AF2E}"/>
              </a:ext>
            </a:extLst>
          </p:cNvPr>
          <p:cNvSpPr>
            <a:spLocks noGrp="1"/>
          </p:cNvSpPr>
          <p:nvPr>
            <p:ph type="body" sz="quarter" idx="21"/>
            <p:custDataLst>
              <p:tags r:id="rId9"/>
            </p:custDataLst>
          </p:nvPr>
        </p:nvSpPr>
        <p:spPr>
          <a:xfrm>
            <a:off x="4320000" y="4611354"/>
            <a:ext cx="342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6" name="subheading4_placeholder">
            <a:extLst>
              <a:ext uri="{FF2B5EF4-FFF2-40B4-BE49-F238E27FC236}">
                <a16:creationId xmlns:a16="http://schemas.microsoft.com/office/drawing/2014/main" id="{2380043E-AC1A-7744-777C-4F03833E5C39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10"/>
            </p:custDataLst>
          </p:nvPr>
        </p:nvSpPr>
        <p:spPr>
          <a:xfrm>
            <a:off x="8259483" y="4237959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7" name="text4_placeholder">
            <a:extLst>
              <a:ext uri="{FF2B5EF4-FFF2-40B4-BE49-F238E27FC236}">
                <a16:creationId xmlns:a16="http://schemas.microsoft.com/office/drawing/2014/main" id="{912FE011-CDF4-50CB-6D08-450E83FE54FF}"/>
              </a:ext>
            </a:extLst>
          </p:cNvPr>
          <p:cNvSpPr>
            <a:spLocks noGrp="1"/>
          </p:cNvSpPr>
          <p:nvPr>
            <p:ph type="body" sz="quarter" idx="23"/>
            <p:custDataLst>
              <p:tags r:id="rId11"/>
            </p:custDataLst>
          </p:nvPr>
        </p:nvSpPr>
        <p:spPr>
          <a:xfrm>
            <a:off x="8259483" y="4611354"/>
            <a:ext cx="342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2853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 4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1_placeholder">
            <a:extLst>
              <a:ext uri="{FF2B5EF4-FFF2-40B4-BE49-F238E27FC236}">
                <a16:creationId xmlns:a16="http://schemas.microsoft.com/office/drawing/2014/main" id="{52482FB0-D9C8-345E-D182-9DDA7830D1B5}"/>
              </a:ext>
            </a:extLst>
          </p:cNvPr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-2" y="0"/>
            <a:ext cx="12192002" cy="6858000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endParaRPr lang="de-DE" dirty="0"/>
          </a:p>
        </p:txBody>
      </p:sp>
      <p:sp>
        <p:nvSpPr>
          <p:cNvPr id="5" name="title_placeholder">
            <a:extLst>
              <a:ext uri="{FF2B5EF4-FFF2-40B4-BE49-F238E27FC236}">
                <a16:creationId xmlns:a16="http://schemas.microsoft.com/office/drawing/2014/main" id="{04B89BB6-AC7B-2A44-AFCA-7CB2B8D71E2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2000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subheading1_placeholder">
            <a:extLst>
              <a:ext uri="{FF2B5EF4-FFF2-40B4-BE49-F238E27FC236}">
                <a16:creationId xmlns:a16="http://schemas.microsoft.com/office/drawing/2014/main" id="{BCA92CE4-16ED-E4F2-574F-0D605C2DBB76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3"/>
            </p:custDataLst>
          </p:nvPr>
        </p:nvSpPr>
        <p:spPr>
          <a:xfrm>
            <a:off x="720000" y="1886645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1" name="text1_placeholder">
            <a:extLst>
              <a:ext uri="{FF2B5EF4-FFF2-40B4-BE49-F238E27FC236}">
                <a16:creationId xmlns:a16="http://schemas.microsoft.com/office/drawing/2014/main" id="{8F76338B-D3BA-806D-0799-6F7E6FED80BA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4"/>
            </p:custDataLst>
          </p:nvPr>
        </p:nvSpPr>
        <p:spPr>
          <a:xfrm>
            <a:off x="720000" y="2260040"/>
            <a:ext cx="504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8" name="subheading2_placeholder">
            <a:extLst>
              <a:ext uri="{FF2B5EF4-FFF2-40B4-BE49-F238E27FC236}">
                <a16:creationId xmlns:a16="http://schemas.microsoft.com/office/drawing/2014/main" id="{B688C824-2C87-20D4-209D-5CE29DAC82BA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5"/>
            </p:custDataLst>
          </p:nvPr>
        </p:nvSpPr>
        <p:spPr>
          <a:xfrm>
            <a:off x="6480002" y="1886645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9" name="text2_placeholder">
            <a:extLst>
              <a:ext uri="{FF2B5EF4-FFF2-40B4-BE49-F238E27FC236}">
                <a16:creationId xmlns:a16="http://schemas.microsoft.com/office/drawing/2014/main" id="{766E63D0-FD25-C45E-6393-F4BE361CFFBC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6"/>
            </p:custDataLst>
          </p:nvPr>
        </p:nvSpPr>
        <p:spPr>
          <a:xfrm>
            <a:off x="6480002" y="2260040"/>
            <a:ext cx="504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4" name="subheading3_placeholder">
            <a:extLst>
              <a:ext uri="{FF2B5EF4-FFF2-40B4-BE49-F238E27FC236}">
                <a16:creationId xmlns:a16="http://schemas.microsoft.com/office/drawing/2014/main" id="{D372F301-61BB-7F72-BEAA-DB2E893BAED7}"/>
              </a:ext>
            </a:extLst>
          </p:cNvPr>
          <p:cNvSpPr>
            <a:spLocks noGrp="1"/>
          </p:cNvSpPr>
          <p:nvPr>
            <p:ph type="body" sz="quarter" idx="20"/>
            <p:custDataLst>
              <p:tags r:id="rId7"/>
            </p:custDataLst>
          </p:nvPr>
        </p:nvSpPr>
        <p:spPr>
          <a:xfrm>
            <a:off x="720000" y="4237959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3_placeholder">
            <a:extLst>
              <a:ext uri="{FF2B5EF4-FFF2-40B4-BE49-F238E27FC236}">
                <a16:creationId xmlns:a16="http://schemas.microsoft.com/office/drawing/2014/main" id="{B8730E13-0250-53DD-249D-9C5C8705AF2E}"/>
              </a:ext>
            </a:extLst>
          </p:cNvPr>
          <p:cNvSpPr>
            <a:spLocks noGrp="1"/>
          </p:cNvSpPr>
          <p:nvPr>
            <p:ph type="body" sz="quarter" idx="21"/>
            <p:custDataLst>
              <p:tags r:id="rId8"/>
            </p:custDataLst>
          </p:nvPr>
        </p:nvSpPr>
        <p:spPr>
          <a:xfrm>
            <a:off x="720000" y="4611354"/>
            <a:ext cx="504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6" name="subheading4_placeholder">
            <a:extLst>
              <a:ext uri="{FF2B5EF4-FFF2-40B4-BE49-F238E27FC236}">
                <a16:creationId xmlns:a16="http://schemas.microsoft.com/office/drawing/2014/main" id="{2380043E-AC1A-7744-777C-4F03833E5C39}"/>
              </a:ext>
            </a:extLst>
          </p:cNvPr>
          <p:cNvSpPr>
            <a:spLocks noGrp="1"/>
          </p:cNvSpPr>
          <p:nvPr>
            <p:ph type="body" sz="quarter" idx="22"/>
            <p:custDataLst>
              <p:tags r:id="rId9"/>
            </p:custDataLst>
          </p:nvPr>
        </p:nvSpPr>
        <p:spPr>
          <a:xfrm>
            <a:off x="6480002" y="4237959"/>
            <a:ext cx="342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7" name="text4_placeholder">
            <a:extLst>
              <a:ext uri="{FF2B5EF4-FFF2-40B4-BE49-F238E27FC236}">
                <a16:creationId xmlns:a16="http://schemas.microsoft.com/office/drawing/2014/main" id="{912FE011-CDF4-50CB-6D08-450E83FE54FF}"/>
              </a:ext>
            </a:extLst>
          </p:cNvPr>
          <p:cNvSpPr>
            <a:spLocks noGrp="1"/>
          </p:cNvSpPr>
          <p:nvPr>
            <p:ph type="body" sz="quarter" idx="23"/>
            <p:custDataLst>
              <p:tags r:id="rId10"/>
            </p:custDataLst>
          </p:nvPr>
        </p:nvSpPr>
        <p:spPr>
          <a:xfrm>
            <a:off x="6480002" y="4611354"/>
            <a:ext cx="5040000" cy="14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018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aehlungsfolie 4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1_placeholder">
            <a:extLst>
              <a:ext uri="{FF2B5EF4-FFF2-40B4-BE49-F238E27FC236}">
                <a16:creationId xmlns:a16="http://schemas.microsoft.com/office/drawing/2014/main" id="{3EAEBBCE-BF91-06EF-0373-3B9F17695838}"/>
              </a:ext>
            </a:extLst>
          </p:cNvPr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1559521" y="1800000"/>
            <a:ext cx="4320000" cy="180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6" name="image2_placeholder">
            <a:extLst>
              <a:ext uri="{FF2B5EF4-FFF2-40B4-BE49-F238E27FC236}">
                <a16:creationId xmlns:a16="http://schemas.microsoft.com/office/drawing/2014/main" id="{3137C77E-0512-3BF5-1662-DA25830959FD}"/>
              </a:ext>
            </a:extLst>
          </p:cNvPr>
          <p:cNvSpPr>
            <a:spLocks noGrp="1"/>
          </p:cNvSpPr>
          <p:nvPr>
            <p:ph type="pic" sz="quarter" idx="24"/>
            <p:custDataLst>
              <p:tags r:id="rId2"/>
            </p:custDataLst>
          </p:nvPr>
        </p:nvSpPr>
        <p:spPr>
          <a:xfrm>
            <a:off x="6312480" y="1800000"/>
            <a:ext cx="4320000" cy="180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image3_placeholder">
            <a:extLst>
              <a:ext uri="{FF2B5EF4-FFF2-40B4-BE49-F238E27FC236}">
                <a16:creationId xmlns:a16="http://schemas.microsoft.com/office/drawing/2014/main" id="{3F0B03B8-54B0-5E64-3DCA-358F19AE42C6}"/>
              </a:ext>
            </a:extLst>
          </p:cNvPr>
          <p:cNvSpPr>
            <a:spLocks noGrp="1"/>
          </p:cNvSpPr>
          <p:nvPr>
            <p:ph type="pic" sz="quarter" idx="25"/>
            <p:custDataLst>
              <p:tags r:id="rId3"/>
            </p:custDataLst>
          </p:nvPr>
        </p:nvSpPr>
        <p:spPr>
          <a:xfrm>
            <a:off x="1559520" y="3981928"/>
            <a:ext cx="4320000" cy="180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image4_placeholder">
            <a:extLst>
              <a:ext uri="{FF2B5EF4-FFF2-40B4-BE49-F238E27FC236}">
                <a16:creationId xmlns:a16="http://schemas.microsoft.com/office/drawing/2014/main" id="{8C30546A-984B-3F45-2963-526851B4A440}"/>
              </a:ext>
            </a:extLst>
          </p:cNvPr>
          <p:cNvSpPr>
            <a:spLocks noGrp="1"/>
          </p:cNvSpPr>
          <p:nvPr>
            <p:ph type="pic" sz="quarter" idx="26"/>
            <p:custDataLst>
              <p:tags r:id="rId4"/>
            </p:custDataLst>
          </p:nvPr>
        </p:nvSpPr>
        <p:spPr>
          <a:xfrm>
            <a:off x="6312480" y="3981928"/>
            <a:ext cx="4320000" cy="1800000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itle_placeholder">
            <a:extLst>
              <a:ext uri="{FF2B5EF4-FFF2-40B4-BE49-F238E27FC236}">
                <a16:creationId xmlns:a16="http://schemas.microsoft.com/office/drawing/2014/main" id="{04B89BB6-AC7B-2A44-AFCA-7CB2B8D71E2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559520" y="360000"/>
            <a:ext cx="7200000" cy="7200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Porsche Next TT" panose="020B0504020101010102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4_placeholder">
            <a:extLst>
              <a:ext uri="{FF2B5EF4-FFF2-40B4-BE49-F238E27FC236}">
                <a16:creationId xmlns:a16="http://schemas.microsoft.com/office/drawing/2014/main" id="{8F76338B-D3BA-806D-0799-6F7E6FED80BA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6"/>
            </p:custDataLst>
          </p:nvPr>
        </p:nvSpPr>
        <p:spPr>
          <a:xfrm>
            <a:off x="6492480" y="4320000"/>
            <a:ext cx="3960000" cy="108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9" name="text3_placeholder">
            <a:extLst>
              <a:ext uri="{FF2B5EF4-FFF2-40B4-BE49-F238E27FC236}">
                <a16:creationId xmlns:a16="http://schemas.microsoft.com/office/drawing/2014/main" id="{766E63D0-FD25-C45E-6393-F4BE361CFFBC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7"/>
            </p:custDataLst>
          </p:nvPr>
        </p:nvSpPr>
        <p:spPr>
          <a:xfrm>
            <a:off x="1739520" y="4341928"/>
            <a:ext cx="3960000" cy="108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1_placeholder">
            <a:extLst>
              <a:ext uri="{FF2B5EF4-FFF2-40B4-BE49-F238E27FC236}">
                <a16:creationId xmlns:a16="http://schemas.microsoft.com/office/drawing/2014/main" id="{B8730E13-0250-53DD-249D-9C5C8705AF2E}"/>
              </a:ext>
            </a:extLst>
          </p:cNvPr>
          <p:cNvSpPr>
            <a:spLocks noGrp="1"/>
          </p:cNvSpPr>
          <p:nvPr>
            <p:ph type="body" sz="quarter" idx="21"/>
            <p:custDataLst>
              <p:tags r:id="rId8"/>
            </p:custDataLst>
          </p:nvPr>
        </p:nvSpPr>
        <p:spPr>
          <a:xfrm>
            <a:off x="1739520" y="2160000"/>
            <a:ext cx="3960000" cy="108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7" name="text2_placeholder">
            <a:extLst>
              <a:ext uri="{FF2B5EF4-FFF2-40B4-BE49-F238E27FC236}">
                <a16:creationId xmlns:a16="http://schemas.microsoft.com/office/drawing/2014/main" id="{912FE011-CDF4-50CB-6D08-450E83FE54FF}"/>
              </a:ext>
            </a:extLst>
          </p:cNvPr>
          <p:cNvSpPr>
            <a:spLocks noGrp="1"/>
          </p:cNvSpPr>
          <p:nvPr>
            <p:ph type="body" sz="quarter" idx="23"/>
            <p:custDataLst>
              <p:tags r:id="rId9"/>
            </p:custDataLst>
          </p:nvPr>
        </p:nvSpPr>
        <p:spPr>
          <a:xfrm>
            <a:off x="6492480" y="2156351"/>
            <a:ext cx="3960000" cy="108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2596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mage1_placeholder">
            <a:extLst>
              <a:ext uri="{FF2B5EF4-FFF2-40B4-BE49-F238E27FC236}">
                <a16:creationId xmlns:a16="http://schemas.microsoft.com/office/drawing/2014/main" id="{BDAFDC3E-CFD9-9870-24A0-9B095F894332}"/>
              </a:ext>
            </a:extLst>
          </p:cNvPr>
          <p:cNvSpPr>
            <a:spLocks noGrp="1"/>
          </p:cNvSpPr>
          <p:nvPr>
            <p:ph type="pic" sz="quarter" idx="12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3" name="statement_placeholder">
            <a:extLst>
              <a:ext uri="{FF2B5EF4-FFF2-40B4-BE49-F238E27FC236}">
                <a16:creationId xmlns:a16="http://schemas.microsoft.com/office/drawing/2014/main" id="{29E00B8F-4F2D-6630-FD21-5C4CA825B0B5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2"/>
            </p:custDataLst>
          </p:nvPr>
        </p:nvSpPr>
        <p:spPr>
          <a:xfrm>
            <a:off x="1073413" y="1989000"/>
            <a:ext cx="10038424" cy="288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1">
                <a:latin typeface="Porsche Next TT" panose="020B0504020101010102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5854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31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442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  <p:sldLayoutId id="2147483652" r:id="rId4"/>
    <p:sldLayoutId id="2147483664" r:id="rId5"/>
    <p:sldLayoutId id="2147483655" r:id="rId6"/>
    <p:sldLayoutId id="2147483663" r:id="rId7"/>
    <p:sldLayoutId id="2147483662" r:id="rId8"/>
    <p:sldLayoutId id="2147483656" r:id="rId9"/>
    <p:sldLayoutId id="2147483661" r:id="rId10"/>
    <p:sldLayoutId id="2147483650" r:id="rId11"/>
    <p:sldLayoutId id="2147483658" r:id="rId12"/>
    <p:sldLayoutId id="2147483659" r:id="rId13"/>
    <p:sldLayoutId id="2147483668" r:id="rId14"/>
    <p:sldLayoutId id="2147483653" r:id="rId15"/>
    <p:sldLayoutId id="2147483657" r:id="rId16"/>
    <p:sldLayoutId id="2147483667" r:id="rId17"/>
    <p:sldLayoutId id="2147483665" r:id="rId18"/>
    <p:sldLayoutId id="2147483666" r:id="rId19"/>
    <p:sldLayoutId id="214748366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_placehold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_placehol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person1_placehol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quote1_placehol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L1_placehold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L1_placehold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L1_placehol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R1_placehold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R1_placehold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R1_placehold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1_placehold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2_placehold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conclusion1_placehold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3_placehold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2_placehold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3_placehold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2_placehold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2_placehold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ridge_placehold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4_placehold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4_placehold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4_placehold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3_placehold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2_placehold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R1_placehold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R2_placehold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R3_placehold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L1__placehold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L2_placehold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bulletpointL3_placehold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L1_placehold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R1_placehold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2_placehold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3_placehold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4_placehold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5_placehold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4_placehold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5_placehold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4_placehold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5_placehold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4_placehold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5_placehold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4_placehold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5_placehold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quote1_placehold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person1_placehold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nhaltsplatzhalter 27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4_placehold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4_placehold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1_placehold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2_placehold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3_placehold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subheading4_placehold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4_placehold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itle_placehold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1_placehold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2_placehold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3_placehold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text4_placehold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image1_placehold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SON_KEY" val="quote1_placeholder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ter" id="{0A7029A2-2A8A-484B-80D4-BFA69A413164}" vid="{B73BD44D-3025-4B73-998F-1C300081245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901600C7CB1F4692CCD1E31CB0A338" ma:contentTypeVersion="20" ma:contentTypeDescription="Ein neues Dokument erstellen." ma:contentTypeScope="" ma:versionID="019e9b6b1deb3c81a015a6515dd97c6d">
  <xsd:schema xmlns:xsd="http://www.w3.org/2001/XMLSchema" xmlns:xs="http://www.w3.org/2001/XMLSchema" xmlns:p="http://schemas.microsoft.com/office/2006/metadata/properties" xmlns:ns2="93e149a3-af52-43b9-b3bd-bbcd4bef3faa" xmlns:ns3="0c2a1d38-4b19-408b-8392-3e2f503b34df" targetNamespace="http://schemas.microsoft.com/office/2006/metadata/properties" ma:root="true" ma:fieldsID="a3ce92e9095c827122ac302d7a0db23a" ns2:_="" ns3:_="">
    <xsd:import namespace="93e149a3-af52-43b9-b3bd-bbcd4bef3faa"/>
    <xsd:import namespace="0c2a1d38-4b19-408b-8392-3e2f503b34df"/>
    <xsd:element name="properties">
      <xsd:complexType>
        <xsd:sequence>
          <xsd:element name="documentManagement">
            <xsd:complexType>
              <xsd:all>
                <xsd:element ref="ns2:i0f84bba906045b4af568ee102a52dcb" minOccurs="0"/>
                <xsd:element ref="ns2:TaxCatchAll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e149a3-af52-43b9-b3bd-bbcd4bef3faa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9" nillable="true" ma:taxonomy="true" ma:internalName="i0f84bba906045b4af568ee102a52dcb" ma:taxonomyFieldName="RevIMBCS" ma:displayName="CSD Class" ma:readOnly="true" ma:default="1;#0.2 Working documents|860f14b0-beae-495c-93e3-3187f714d4fc" ma:fieldId="{20f84bba-9060-45b4-af56-8ee102a52dcb}" ma:sspId="11f93a7e-e8d8-45f1-8a13-907dadde1127" ma:termSetId="b795bf2d-8abe-423c-bac8-6c6bed63d3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bf93e42-fb8c-4af2-901b-6949f99f4c5f}" ma:internalName="TaxCatchAll" ma:showField="CatchAllData" ma:web="93e149a3-af52-43b9-b3bd-bbcd4bef3f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vIMDeletionDate" ma:index="11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2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3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4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5" nillable="true" ma:displayName="RevIMExtends" ma:hidden="true" ma:internalName="RevIMExtend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2a1d38-4b19-408b-8392-3e2f503b34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Bildmarkierungen" ma:readOnly="false" ma:fieldId="{5cf76f15-5ced-4ddc-b409-7134ff3c332f}" ma:taxonomyMulti="true" ma:sspId="11f93a7e-e8d8-45f1-8a13-907dadde11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Comments xmlns="93e149a3-af52-43b9-b3bd-bbcd4bef3faa" xsi:nil="true"/>
    <RevIMDocumentOwner xmlns="93e149a3-af52-43b9-b3bd-bbcd4bef3faa">
      <UserInfo>
        <DisplayName/>
        <AccountId xsi:nil="true"/>
        <AccountType/>
      </UserInfo>
    </RevIMDocumentOwner>
    <RevIMDeletionDate xmlns="93e149a3-af52-43b9-b3bd-bbcd4bef3faa">2029-12-17T08:25:09+00:00</RevIMDeletionDate>
    <RevIMExtends xmlns="93e149a3-af52-43b9-b3bd-bbcd4bef3faa">{"Locked":null,"LockedBy":null,"UnLocked":null,"UnLockedBy":null,"KSUClass":"860f14b0-beae-495c-93e3-3187f714d4fc","Classified":"2025-12-17T08:25:17.906Z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  <i0f84bba906045b4af568ee102a52dcb xmlns="93e149a3-af52-43b9-b3bd-bbcd4bef3faa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0.2 Working documents</TermName>
          <TermId xmlns="http://schemas.microsoft.com/office/infopath/2007/PartnerControls">860f14b0-beae-495c-93e3-3187f714d4fc</TermId>
        </TermInfo>
      </Terms>
    </i0f84bba906045b4af568ee102a52dcb>
    <RevIMEventDate xmlns="93e149a3-af52-43b9-b3bd-bbcd4bef3faa" xsi:nil="true"/>
    <lcf76f155ced4ddcb4097134ff3c332f xmlns="0c2a1d38-4b19-408b-8392-3e2f503b34df">
      <Terms xmlns="http://schemas.microsoft.com/office/infopath/2007/PartnerControls"/>
    </lcf76f155ced4ddcb4097134ff3c332f>
    <TaxCatchAll xmlns="93e149a3-af52-43b9-b3bd-bbcd4bef3faa">
      <Value>1</Value>
    </TaxCatchAll>
  </documentManagement>
</p:properties>
</file>

<file path=customXml/itemProps1.xml><?xml version="1.0" encoding="utf-8"?>
<ds:datastoreItem xmlns:ds="http://schemas.openxmlformats.org/officeDocument/2006/customXml" ds:itemID="{2F20CC9D-ACDC-4826-A046-49B3046274BC}"/>
</file>

<file path=customXml/itemProps2.xml><?xml version="1.0" encoding="utf-8"?>
<ds:datastoreItem xmlns:ds="http://schemas.openxmlformats.org/officeDocument/2006/customXml" ds:itemID="{48F3202F-AED8-4F7A-906C-D57F511F9D5E}"/>
</file>

<file path=customXml/itemProps3.xml><?xml version="1.0" encoding="utf-8"?>
<ds:datastoreItem xmlns:ds="http://schemas.openxmlformats.org/officeDocument/2006/customXml" ds:itemID="{F77F094C-5CBE-4A75-855C-5086A548193E}"/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Aptos</vt:lpstr>
      <vt:lpstr>Arial</vt:lpstr>
      <vt:lpstr>Porsche Next TT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Smetoch</dc:creator>
  <cp:lastModifiedBy>Leon Smetoch</cp:lastModifiedBy>
  <cp:revision>83</cp:revision>
  <dcterms:created xsi:type="dcterms:W3CDTF">2025-10-18T12:16:16Z</dcterms:created>
  <dcterms:modified xsi:type="dcterms:W3CDTF">2026-01-17T12:52:46Z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0x010100AB901600C7CB1F4692CCD1E31CB0A338</vt:lpwstr>
  </property>
  <property fmtid="{D5CDD505-2E9C-101B-9397-08002B2CF9AE}" pid="4" name="RevIMBCS">
    <vt:lpwstr>1;#0.2 Working documents|860f14b0-beae-495c-93e3-3187f714d4fc</vt:lpwstr>
  </property>
</Properties>
</file>